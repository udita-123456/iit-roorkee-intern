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33" r:id="rId3"/>
    <p:sldId id="322" r:id="rId4"/>
    <p:sldId id="334" r:id="rId5"/>
    <p:sldId id="335" r:id="rId6"/>
    <p:sldId id="329" r:id="rId7"/>
    <p:sldId id="328" r:id="rId8"/>
    <p:sldId id="332" r:id="rId9"/>
    <p:sldId id="327" r:id="rId10"/>
    <p:sldId id="326" r:id="rId11"/>
    <p:sldId id="325" r:id="rId12"/>
    <p:sldId id="324" r:id="rId13"/>
    <p:sldId id="32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2C75B1-03FC-4C35-8BEC-EAB160999A2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9A59EBD-DFD1-4E78-9728-22F60E97EFDF}">
      <dgm:prSet phldrT="[Text]" custT="1"/>
      <dgm:spPr/>
      <dgm:t>
        <a:bodyPr/>
        <a:lstStyle/>
        <a:p>
          <a:pPr>
            <a:buNone/>
          </a:pPr>
          <a:r>
            <a:rPr lang="en-US" sz="1800" b="1" dirty="0"/>
            <a:t>Introduction</a:t>
          </a:r>
          <a:endParaRPr lang="en-IN" sz="1800" b="1" dirty="0"/>
        </a:p>
      </dgm:t>
    </dgm:pt>
    <dgm:pt modelId="{C8C92412-8D6B-416C-A154-5600E92AB938}" type="parTrans" cxnId="{10AAE39A-7E9D-416F-B884-F7628AD2F1C7}">
      <dgm:prSet/>
      <dgm:spPr/>
      <dgm:t>
        <a:bodyPr/>
        <a:lstStyle/>
        <a:p>
          <a:endParaRPr lang="en-IN"/>
        </a:p>
      </dgm:t>
    </dgm:pt>
    <dgm:pt modelId="{A652EA24-30DE-4D05-BA82-E161B01FE53E}" type="sibTrans" cxnId="{10AAE39A-7E9D-416F-B884-F7628AD2F1C7}">
      <dgm:prSet/>
      <dgm:spPr/>
      <dgm:t>
        <a:bodyPr/>
        <a:lstStyle/>
        <a:p>
          <a:endParaRPr lang="en-IN"/>
        </a:p>
      </dgm:t>
    </dgm:pt>
    <dgm:pt modelId="{30596C81-7D26-422C-BD01-580282C49803}">
      <dgm:prSet phldrT="[Text]" custT="1"/>
      <dgm:spPr/>
      <dgm:t>
        <a:bodyPr/>
        <a:lstStyle/>
        <a:p>
          <a:r>
            <a:rPr lang="en-US" sz="1500" b="1" dirty="0"/>
            <a:t> </a:t>
          </a:r>
          <a:r>
            <a:rPr lang="en-US" sz="1800" b="1" dirty="0"/>
            <a:t>PCA</a:t>
          </a:r>
          <a:endParaRPr lang="en-IN" sz="1800" dirty="0"/>
        </a:p>
      </dgm:t>
    </dgm:pt>
    <dgm:pt modelId="{DD70F39C-ABC3-457A-9B57-EB4955282D66}" type="parTrans" cxnId="{C57B8281-265E-49DE-9519-9720F5AF506B}">
      <dgm:prSet/>
      <dgm:spPr/>
      <dgm:t>
        <a:bodyPr/>
        <a:lstStyle/>
        <a:p>
          <a:endParaRPr lang="en-IN"/>
        </a:p>
      </dgm:t>
    </dgm:pt>
    <dgm:pt modelId="{1255DDB7-A8C6-4E0F-9AE0-56DE6F154E2F}" type="sibTrans" cxnId="{C57B8281-265E-49DE-9519-9720F5AF506B}">
      <dgm:prSet/>
      <dgm:spPr/>
      <dgm:t>
        <a:bodyPr/>
        <a:lstStyle/>
        <a:p>
          <a:endParaRPr lang="en-IN"/>
        </a:p>
      </dgm:t>
    </dgm:pt>
    <dgm:pt modelId="{F5746316-C21C-4E25-8E6D-BF4DE98D064A}">
      <dgm:prSet phldrT="[Text]" custT="1"/>
      <dgm:spPr/>
      <dgm:t>
        <a:bodyPr/>
        <a:lstStyle/>
        <a:p>
          <a:r>
            <a:rPr lang="en-US" sz="1500" b="1" dirty="0"/>
            <a:t> </a:t>
          </a:r>
          <a:r>
            <a:rPr lang="en-US" sz="1800" b="1" dirty="0"/>
            <a:t>Gradient Descent</a:t>
          </a:r>
          <a:endParaRPr lang="en-IN" sz="1800" dirty="0"/>
        </a:p>
      </dgm:t>
    </dgm:pt>
    <dgm:pt modelId="{BCD68808-3370-4C6C-9E0B-0724033F907A}" type="parTrans" cxnId="{73DE1CE3-960D-4EF5-9B58-12C164FD232C}">
      <dgm:prSet/>
      <dgm:spPr/>
      <dgm:t>
        <a:bodyPr/>
        <a:lstStyle/>
        <a:p>
          <a:endParaRPr lang="en-IN"/>
        </a:p>
      </dgm:t>
    </dgm:pt>
    <dgm:pt modelId="{0F768635-5256-49A7-B204-6466E97E03B9}" type="sibTrans" cxnId="{73DE1CE3-960D-4EF5-9B58-12C164FD232C}">
      <dgm:prSet/>
      <dgm:spPr/>
      <dgm:t>
        <a:bodyPr/>
        <a:lstStyle/>
        <a:p>
          <a:endParaRPr lang="en-IN"/>
        </a:p>
      </dgm:t>
    </dgm:pt>
    <dgm:pt modelId="{F51EB15F-CC80-4309-8B5C-B40E0A89776D}">
      <dgm:prSet phldrT="[Text]" custT="1"/>
      <dgm:spPr/>
      <dgm:t>
        <a:bodyPr/>
        <a:lstStyle/>
        <a:p>
          <a:r>
            <a:rPr lang="en-US" sz="1800" b="1" dirty="0"/>
            <a:t> Objectives</a:t>
          </a:r>
          <a:endParaRPr lang="en-IN" sz="1800" dirty="0"/>
        </a:p>
      </dgm:t>
    </dgm:pt>
    <dgm:pt modelId="{C94E4CA4-6CFC-428C-8138-A8A395E6F89A}" type="parTrans" cxnId="{847D5948-051E-4CFF-B30F-FA95729A4DBF}">
      <dgm:prSet/>
      <dgm:spPr/>
      <dgm:t>
        <a:bodyPr/>
        <a:lstStyle/>
        <a:p>
          <a:endParaRPr lang="en-IN"/>
        </a:p>
      </dgm:t>
    </dgm:pt>
    <dgm:pt modelId="{0B381089-10D1-4C37-8581-432A08FEDA95}" type="sibTrans" cxnId="{847D5948-051E-4CFF-B30F-FA95729A4DBF}">
      <dgm:prSet/>
      <dgm:spPr/>
      <dgm:t>
        <a:bodyPr/>
        <a:lstStyle/>
        <a:p>
          <a:endParaRPr lang="en-IN"/>
        </a:p>
      </dgm:t>
    </dgm:pt>
    <dgm:pt modelId="{1B035030-60BE-4166-9F31-0CD67F6891B8}">
      <dgm:prSet phldrT="[Text]" custT="1"/>
      <dgm:spPr/>
      <dgm:t>
        <a:bodyPr/>
        <a:lstStyle/>
        <a:p>
          <a:r>
            <a:rPr lang="en-US" sz="1500" b="1" dirty="0"/>
            <a:t> </a:t>
          </a:r>
          <a:r>
            <a:rPr lang="en-US" sz="1800" b="1" dirty="0"/>
            <a:t>Dataset &amp; EDA</a:t>
          </a:r>
          <a:endParaRPr lang="en-IN" sz="1800" dirty="0"/>
        </a:p>
      </dgm:t>
    </dgm:pt>
    <dgm:pt modelId="{42704CD2-D68E-4F61-ABAD-30B4A24E523A}" type="parTrans" cxnId="{34FCB131-BF83-436A-A047-03E54E9D2A97}">
      <dgm:prSet/>
      <dgm:spPr/>
      <dgm:t>
        <a:bodyPr/>
        <a:lstStyle/>
        <a:p>
          <a:endParaRPr lang="en-IN"/>
        </a:p>
      </dgm:t>
    </dgm:pt>
    <dgm:pt modelId="{C389900D-6929-49F4-9631-79321CFD527B}" type="sibTrans" cxnId="{34FCB131-BF83-436A-A047-03E54E9D2A97}">
      <dgm:prSet/>
      <dgm:spPr/>
      <dgm:t>
        <a:bodyPr/>
        <a:lstStyle/>
        <a:p>
          <a:endParaRPr lang="en-IN"/>
        </a:p>
      </dgm:t>
    </dgm:pt>
    <dgm:pt modelId="{4519E1A7-03DE-4E3D-B48B-3544C48DA3B3}">
      <dgm:prSet phldrT="[Text]" custT="1"/>
      <dgm:spPr/>
      <dgm:t>
        <a:bodyPr/>
        <a:lstStyle/>
        <a:p>
          <a:r>
            <a:rPr lang="en-US" sz="1500" b="1" dirty="0"/>
            <a:t> </a:t>
          </a:r>
          <a:r>
            <a:rPr lang="en-US" sz="1800" b="1" dirty="0"/>
            <a:t>Data Preprocessing</a:t>
          </a:r>
          <a:endParaRPr lang="en-IN" sz="1800" dirty="0"/>
        </a:p>
      </dgm:t>
    </dgm:pt>
    <dgm:pt modelId="{26AC172F-D5C9-422E-9BEF-2F87D9F4BA54}" type="parTrans" cxnId="{ADFDBA2C-8EB1-497A-B447-D7AD3443AA00}">
      <dgm:prSet/>
      <dgm:spPr/>
      <dgm:t>
        <a:bodyPr/>
        <a:lstStyle/>
        <a:p>
          <a:endParaRPr lang="en-IN"/>
        </a:p>
      </dgm:t>
    </dgm:pt>
    <dgm:pt modelId="{0F847B11-409A-4E11-BD52-1E2D9D1B0F01}" type="sibTrans" cxnId="{ADFDBA2C-8EB1-497A-B447-D7AD3443AA00}">
      <dgm:prSet/>
      <dgm:spPr/>
      <dgm:t>
        <a:bodyPr/>
        <a:lstStyle/>
        <a:p>
          <a:endParaRPr lang="en-IN"/>
        </a:p>
      </dgm:t>
    </dgm:pt>
    <dgm:pt modelId="{99F28496-27A3-4336-A4EB-77E185C81207}">
      <dgm:prSet custT="1"/>
      <dgm:spPr/>
      <dgm:t>
        <a:bodyPr/>
        <a:lstStyle/>
        <a:p>
          <a:r>
            <a:rPr lang="en-US" sz="1800" b="1" dirty="0"/>
            <a:t>Data set</a:t>
          </a:r>
        </a:p>
      </dgm:t>
    </dgm:pt>
    <dgm:pt modelId="{2C3F9712-894A-4DD3-B056-20E68DDB89CF}" type="parTrans" cxnId="{AD80B954-646A-4CEE-8628-F357B92A643B}">
      <dgm:prSet/>
      <dgm:spPr/>
      <dgm:t>
        <a:bodyPr/>
        <a:lstStyle/>
        <a:p>
          <a:endParaRPr lang="en-IN"/>
        </a:p>
      </dgm:t>
    </dgm:pt>
    <dgm:pt modelId="{5298CB29-608B-4358-A500-80E3B0A37BB6}" type="sibTrans" cxnId="{AD80B954-646A-4CEE-8628-F357B92A643B}">
      <dgm:prSet/>
      <dgm:spPr/>
      <dgm:t>
        <a:bodyPr/>
        <a:lstStyle/>
        <a:p>
          <a:endParaRPr lang="en-IN"/>
        </a:p>
      </dgm:t>
    </dgm:pt>
    <dgm:pt modelId="{51BDC148-F09C-4A11-B964-159BE0C7E460}">
      <dgm:prSet phldrT="[Text]" custT="1"/>
      <dgm:spPr/>
      <dgm:t>
        <a:bodyPr/>
        <a:lstStyle/>
        <a:p>
          <a:r>
            <a:rPr lang="en-US" sz="1800" b="1" dirty="0"/>
            <a:t> Reference</a:t>
          </a:r>
          <a:endParaRPr lang="en-IN" sz="1500" dirty="0"/>
        </a:p>
      </dgm:t>
    </dgm:pt>
    <dgm:pt modelId="{26623E8D-0ED9-4504-BC20-44064F2DB09D}" type="parTrans" cxnId="{642108E1-0B0E-4C19-A729-AB5888E718A8}">
      <dgm:prSet/>
      <dgm:spPr/>
      <dgm:t>
        <a:bodyPr/>
        <a:lstStyle/>
        <a:p>
          <a:endParaRPr lang="en-IN"/>
        </a:p>
      </dgm:t>
    </dgm:pt>
    <dgm:pt modelId="{5B7E47D3-212B-4378-92C9-A67CFD9B3050}" type="sibTrans" cxnId="{642108E1-0B0E-4C19-A729-AB5888E718A8}">
      <dgm:prSet/>
      <dgm:spPr/>
      <dgm:t>
        <a:bodyPr/>
        <a:lstStyle/>
        <a:p>
          <a:endParaRPr lang="en-IN"/>
        </a:p>
      </dgm:t>
    </dgm:pt>
    <dgm:pt modelId="{9FFAEC28-A811-49CA-87D4-DE7146888E32}" type="pres">
      <dgm:prSet presAssocID="{972C75B1-03FC-4C35-8BEC-EAB160999A2B}" presName="linear" presStyleCnt="0">
        <dgm:presLayoutVars>
          <dgm:dir/>
          <dgm:animLvl val="lvl"/>
          <dgm:resizeHandles val="exact"/>
        </dgm:presLayoutVars>
      </dgm:prSet>
      <dgm:spPr/>
    </dgm:pt>
    <dgm:pt modelId="{04E6E4A5-AF4F-4BBE-A978-CBB6B5D4BB05}" type="pres">
      <dgm:prSet presAssocID="{19A59EBD-DFD1-4E78-9728-22F60E97EFDF}" presName="parentLin" presStyleCnt="0"/>
      <dgm:spPr/>
    </dgm:pt>
    <dgm:pt modelId="{05AF4CB6-275B-405C-A3C2-6D786AF86EC5}" type="pres">
      <dgm:prSet presAssocID="{19A59EBD-DFD1-4E78-9728-22F60E97EFDF}" presName="parentLeftMargin" presStyleLbl="node1" presStyleIdx="0" presStyleCnt="8"/>
      <dgm:spPr/>
    </dgm:pt>
    <dgm:pt modelId="{F5D0F271-E2A0-4297-971D-482DF4618EC5}" type="pres">
      <dgm:prSet presAssocID="{19A59EBD-DFD1-4E78-9728-22F60E97EFDF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17DB6E37-A32C-43C8-A8A0-45285AD824F0}" type="pres">
      <dgm:prSet presAssocID="{19A59EBD-DFD1-4E78-9728-22F60E97EFDF}" presName="negativeSpace" presStyleCnt="0"/>
      <dgm:spPr/>
    </dgm:pt>
    <dgm:pt modelId="{76A4EEE4-78C4-43C0-AF15-6CEC5DE5A816}" type="pres">
      <dgm:prSet presAssocID="{19A59EBD-DFD1-4E78-9728-22F60E97EFDF}" presName="childText" presStyleLbl="conFgAcc1" presStyleIdx="0" presStyleCnt="8">
        <dgm:presLayoutVars>
          <dgm:bulletEnabled val="1"/>
        </dgm:presLayoutVars>
      </dgm:prSet>
      <dgm:spPr/>
    </dgm:pt>
    <dgm:pt modelId="{E1FA49DE-A908-4D87-916A-B2801BE67220}" type="pres">
      <dgm:prSet presAssocID="{A652EA24-30DE-4D05-BA82-E161B01FE53E}" presName="spaceBetweenRectangles" presStyleCnt="0"/>
      <dgm:spPr/>
    </dgm:pt>
    <dgm:pt modelId="{F3237061-4E6F-4580-9020-DD8FA078CFE2}" type="pres">
      <dgm:prSet presAssocID="{99F28496-27A3-4336-A4EB-77E185C81207}" presName="parentLin" presStyleCnt="0"/>
      <dgm:spPr/>
    </dgm:pt>
    <dgm:pt modelId="{1584F06F-E38D-4FDD-B79D-9D3DD1575DFC}" type="pres">
      <dgm:prSet presAssocID="{99F28496-27A3-4336-A4EB-77E185C81207}" presName="parentLeftMargin" presStyleLbl="node1" presStyleIdx="0" presStyleCnt="8"/>
      <dgm:spPr/>
    </dgm:pt>
    <dgm:pt modelId="{70FE0521-FE20-4431-86CE-E2447A78E042}" type="pres">
      <dgm:prSet presAssocID="{99F28496-27A3-4336-A4EB-77E185C81207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9D3D24E-4160-484B-899C-4B965782F7B3}" type="pres">
      <dgm:prSet presAssocID="{99F28496-27A3-4336-A4EB-77E185C81207}" presName="negativeSpace" presStyleCnt="0"/>
      <dgm:spPr/>
    </dgm:pt>
    <dgm:pt modelId="{0B879C5B-0B96-4A21-B56A-9D155922A179}" type="pres">
      <dgm:prSet presAssocID="{99F28496-27A3-4336-A4EB-77E185C81207}" presName="childText" presStyleLbl="conFgAcc1" presStyleIdx="1" presStyleCnt="8">
        <dgm:presLayoutVars>
          <dgm:bulletEnabled val="1"/>
        </dgm:presLayoutVars>
      </dgm:prSet>
      <dgm:spPr/>
    </dgm:pt>
    <dgm:pt modelId="{F22BB111-C552-4FCF-A05C-1AC41AC63EFE}" type="pres">
      <dgm:prSet presAssocID="{5298CB29-608B-4358-A500-80E3B0A37BB6}" presName="spaceBetweenRectangles" presStyleCnt="0"/>
      <dgm:spPr/>
    </dgm:pt>
    <dgm:pt modelId="{2DA53ED9-201D-4B40-BC1B-C3D7780685C8}" type="pres">
      <dgm:prSet presAssocID="{F51EB15F-CC80-4309-8B5C-B40E0A89776D}" presName="parentLin" presStyleCnt="0"/>
      <dgm:spPr/>
    </dgm:pt>
    <dgm:pt modelId="{4302232B-9971-456F-8135-52FF86D06E8C}" type="pres">
      <dgm:prSet presAssocID="{F51EB15F-CC80-4309-8B5C-B40E0A89776D}" presName="parentLeftMargin" presStyleLbl="node1" presStyleIdx="1" presStyleCnt="8"/>
      <dgm:spPr/>
    </dgm:pt>
    <dgm:pt modelId="{2200CF07-C055-48E9-9814-9EFA8103BDDE}" type="pres">
      <dgm:prSet presAssocID="{F51EB15F-CC80-4309-8B5C-B40E0A89776D}" presName="parentText" presStyleLbl="node1" presStyleIdx="2" presStyleCnt="8" custLinFactNeighborX="1193">
        <dgm:presLayoutVars>
          <dgm:chMax val="0"/>
          <dgm:bulletEnabled val="1"/>
        </dgm:presLayoutVars>
      </dgm:prSet>
      <dgm:spPr/>
    </dgm:pt>
    <dgm:pt modelId="{2D7C1223-99CC-4E8D-8207-427BFFCF89EA}" type="pres">
      <dgm:prSet presAssocID="{F51EB15F-CC80-4309-8B5C-B40E0A89776D}" presName="negativeSpace" presStyleCnt="0"/>
      <dgm:spPr/>
    </dgm:pt>
    <dgm:pt modelId="{2FDC9A32-6BFA-4F8E-9DD9-50276B5186E0}" type="pres">
      <dgm:prSet presAssocID="{F51EB15F-CC80-4309-8B5C-B40E0A89776D}" presName="childText" presStyleLbl="conFgAcc1" presStyleIdx="2" presStyleCnt="8">
        <dgm:presLayoutVars>
          <dgm:bulletEnabled val="1"/>
        </dgm:presLayoutVars>
      </dgm:prSet>
      <dgm:spPr/>
    </dgm:pt>
    <dgm:pt modelId="{95051F66-E722-4881-A351-221B4952A183}" type="pres">
      <dgm:prSet presAssocID="{0B381089-10D1-4C37-8581-432A08FEDA95}" presName="spaceBetweenRectangles" presStyleCnt="0"/>
      <dgm:spPr/>
    </dgm:pt>
    <dgm:pt modelId="{DD8DB8E0-14E2-430D-9051-CE1A9DC1C91C}" type="pres">
      <dgm:prSet presAssocID="{1B035030-60BE-4166-9F31-0CD67F6891B8}" presName="parentLin" presStyleCnt="0"/>
      <dgm:spPr/>
    </dgm:pt>
    <dgm:pt modelId="{32F9A6A0-AE58-4728-92D8-ACE575196E1E}" type="pres">
      <dgm:prSet presAssocID="{1B035030-60BE-4166-9F31-0CD67F6891B8}" presName="parentLeftMargin" presStyleLbl="node1" presStyleIdx="2" presStyleCnt="8"/>
      <dgm:spPr/>
    </dgm:pt>
    <dgm:pt modelId="{7CDF1AEA-6A73-4ABF-BA6C-C72075DB8C53}" type="pres">
      <dgm:prSet presAssocID="{1B035030-60BE-4166-9F31-0CD67F6891B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E431CF3-F8F4-4E54-91DD-CC651CD220DF}" type="pres">
      <dgm:prSet presAssocID="{1B035030-60BE-4166-9F31-0CD67F6891B8}" presName="negativeSpace" presStyleCnt="0"/>
      <dgm:spPr/>
    </dgm:pt>
    <dgm:pt modelId="{F623AD33-7E86-45AA-994E-4688EB12DAB3}" type="pres">
      <dgm:prSet presAssocID="{1B035030-60BE-4166-9F31-0CD67F6891B8}" presName="childText" presStyleLbl="conFgAcc1" presStyleIdx="3" presStyleCnt="8">
        <dgm:presLayoutVars>
          <dgm:bulletEnabled val="1"/>
        </dgm:presLayoutVars>
      </dgm:prSet>
      <dgm:spPr/>
    </dgm:pt>
    <dgm:pt modelId="{F4FEB46A-9590-47BA-901B-D2E80A005D22}" type="pres">
      <dgm:prSet presAssocID="{C389900D-6929-49F4-9631-79321CFD527B}" presName="spaceBetweenRectangles" presStyleCnt="0"/>
      <dgm:spPr/>
    </dgm:pt>
    <dgm:pt modelId="{87FCD63F-9FBE-40FE-9609-F256D844546C}" type="pres">
      <dgm:prSet presAssocID="{4519E1A7-03DE-4E3D-B48B-3544C48DA3B3}" presName="parentLin" presStyleCnt="0"/>
      <dgm:spPr/>
    </dgm:pt>
    <dgm:pt modelId="{BACB2601-1460-43AB-823F-4642B34798BE}" type="pres">
      <dgm:prSet presAssocID="{4519E1A7-03DE-4E3D-B48B-3544C48DA3B3}" presName="parentLeftMargin" presStyleLbl="node1" presStyleIdx="3" presStyleCnt="8"/>
      <dgm:spPr/>
    </dgm:pt>
    <dgm:pt modelId="{620998D0-59DC-4AB1-A2B5-E2DA453CB10C}" type="pres">
      <dgm:prSet presAssocID="{4519E1A7-03DE-4E3D-B48B-3544C48DA3B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AAC1B1F6-869F-49D2-9D4D-7C719825C380}" type="pres">
      <dgm:prSet presAssocID="{4519E1A7-03DE-4E3D-B48B-3544C48DA3B3}" presName="negativeSpace" presStyleCnt="0"/>
      <dgm:spPr/>
    </dgm:pt>
    <dgm:pt modelId="{CFE9339E-B962-4301-A42B-7586A88B6688}" type="pres">
      <dgm:prSet presAssocID="{4519E1A7-03DE-4E3D-B48B-3544C48DA3B3}" presName="childText" presStyleLbl="conFgAcc1" presStyleIdx="4" presStyleCnt="8">
        <dgm:presLayoutVars>
          <dgm:bulletEnabled val="1"/>
        </dgm:presLayoutVars>
      </dgm:prSet>
      <dgm:spPr/>
    </dgm:pt>
    <dgm:pt modelId="{3DB5E189-CD25-4294-8B48-A4C34F8FB7CE}" type="pres">
      <dgm:prSet presAssocID="{0F847B11-409A-4E11-BD52-1E2D9D1B0F01}" presName="spaceBetweenRectangles" presStyleCnt="0"/>
      <dgm:spPr/>
    </dgm:pt>
    <dgm:pt modelId="{F9EEA7B1-21D3-49D4-B919-D2B19ED731E4}" type="pres">
      <dgm:prSet presAssocID="{30596C81-7D26-422C-BD01-580282C49803}" presName="parentLin" presStyleCnt="0"/>
      <dgm:spPr/>
    </dgm:pt>
    <dgm:pt modelId="{55E5F7B1-F687-4F30-B726-072DA5BDC5AC}" type="pres">
      <dgm:prSet presAssocID="{30596C81-7D26-422C-BD01-580282C49803}" presName="parentLeftMargin" presStyleLbl="node1" presStyleIdx="4" presStyleCnt="8"/>
      <dgm:spPr/>
    </dgm:pt>
    <dgm:pt modelId="{221F2784-A3B1-4B65-A5F4-32E812784482}" type="pres">
      <dgm:prSet presAssocID="{30596C81-7D26-422C-BD01-580282C49803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A364419-357F-4C1D-B89D-2A9CBF77048B}" type="pres">
      <dgm:prSet presAssocID="{30596C81-7D26-422C-BD01-580282C49803}" presName="negativeSpace" presStyleCnt="0"/>
      <dgm:spPr/>
    </dgm:pt>
    <dgm:pt modelId="{67D40ABE-FA35-4028-8DC7-ED4945D1A5CA}" type="pres">
      <dgm:prSet presAssocID="{30596C81-7D26-422C-BD01-580282C49803}" presName="childText" presStyleLbl="conFgAcc1" presStyleIdx="5" presStyleCnt="8">
        <dgm:presLayoutVars>
          <dgm:bulletEnabled val="1"/>
        </dgm:presLayoutVars>
      </dgm:prSet>
      <dgm:spPr/>
    </dgm:pt>
    <dgm:pt modelId="{8A0C0DE5-4D9F-40E0-9F00-18ECFD13AD2C}" type="pres">
      <dgm:prSet presAssocID="{1255DDB7-A8C6-4E0F-9AE0-56DE6F154E2F}" presName="spaceBetweenRectangles" presStyleCnt="0"/>
      <dgm:spPr/>
    </dgm:pt>
    <dgm:pt modelId="{8D4C13AB-3B69-4805-A3EA-34EA92379764}" type="pres">
      <dgm:prSet presAssocID="{F5746316-C21C-4E25-8E6D-BF4DE98D064A}" presName="parentLin" presStyleCnt="0"/>
      <dgm:spPr/>
    </dgm:pt>
    <dgm:pt modelId="{BAD396C6-B5DC-4843-8E0D-71A640EA1396}" type="pres">
      <dgm:prSet presAssocID="{F5746316-C21C-4E25-8E6D-BF4DE98D064A}" presName="parentLeftMargin" presStyleLbl="node1" presStyleIdx="5" presStyleCnt="8"/>
      <dgm:spPr/>
    </dgm:pt>
    <dgm:pt modelId="{85B2697F-6715-4246-838A-C0FC79CF67CA}" type="pres">
      <dgm:prSet presAssocID="{F5746316-C21C-4E25-8E6D-BF4DE98D064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29A113D-9FAC-4DC9-83FE-EE091BE76687}" type="pres">
      <dgm:prSet presAssocID="{F5746316-C21C-4E25-8E6D-BF4DE98D064A}" presName="negativeSpace" presStyleCnt="0"/>
      <dgm:spPr/>
    </dgm:pt>
    <dgm:pt modelId="{847F64DC-3827-48EB-98CC-A34ED93238BF}" type="pres">
      <dgm:prSet presAssocID="{F5746316-C21C-4E25-8E6D-BF4DE98D064A}" presName="childText" presStyleLbl="conFgAcc1" presStyleIdx="6" presStyleCnt="8">
        <dgm:presLayoutVars>
          <dgm:bulletEnabled val="1"/>
        </dgm:presLayoutVars>
      </dgm:prSet>
      <dgm:spPr/>
    </dgm:pt>
    <dgm:pt modelId="{1DC790ED-550E-4DF7-AFB8-C32A96F41ADE}" type="pres">
      <dgm:prSet presAssocID="{0F768635-5256-49A7-B204-6466E97E03B9}" presName="spaceBetweenRectangles" presStyleCnt="0"/>
      <dgm:spPr/>
    </dgm:pt>
    <dgm:pt modelId="{DEFE25CA-C929-4D43-B57F-D419DA3974A9}" type="pres">
      <dgm:prSet presAssocID="{51BDC148-F09C-4A11-B964-159BE0C7E460}" presName="parentLin" presStyleCnt="0"/>
      <dgm:spPr/>
    </dgm:pt>
    <dgm:pt modelId="{B70FF6FE-5EA3-4F7F-BAF6-CF5C34AB2BD7}" type="pres">
      <dgm:prSet presAssocID="{51BDC148-F09C-4A11-B964-159BE0C7E460}" presName="parentLeftMargin" presStyleLbl="node1" presStyleIdx="6" presStyleCnt="8"/>
      <dgm:spPr/>
    </dgm:pt>
    <dgm:pt modelId="{3ACFE75B-B152-4012-819A-92BE6E475BF7}" type="pres">
      <dgm:prSet presAssocID="{51BDC148-F09C-4A11-B964-159BE0C7E460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3370319A-5AE7-4772-83D0-984CC453D9BF}" type="pres">
      <dgm:prSet presAssocID="{51BDC148-F09C-4A11-B964-159BE0C7E460}" presName="negativeSpace" presStyleCnt="0"/>
      <dgm:spPr/>
    </dgm:pt>
    <dgm:pt modelId="{A7B41A2C-7654-42D7-BCFA-4D45AB79C791}" type="pres">
      <dgm:prSet presAssocID="{51BDC148-F09C-4A11-B964-159BE0C7E460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D99F9420-55FB-4A30-9D3D-8C73B553E2A3}" type="presOf" srcId="{4519E1A7-03DE-4E3D-B48B-3544C48DA3B3}" destId="{BACB2601-1460-43AB-823F-4642B34798BE}" srcOrd="0" destOrd="0" presId="urn:microsoft.com/office/officeart/2005/8/layout/list1"/>
    <dgm:cxn modelId="{E31DFF21-24CF-4DD1-AB81-534BD90720F9}" type="presOf" srcId="{1B035030-60BE-4166-9F31-0CD67F6891B8}" destId="{32F9A6A0-AE58-4728-92D8-ACE575196E1E}" srcOrd="0" destOrd="0" presId="urn:microsoft.com/office/officeart/2005/8/layout/list1"/>
    <dgm:cxn modelId="{7328E922-C796-440F-A112-1A35DC1C46F9}" type="presOf" srcId="{1B035030-60BE-4166-9F31-0CD67F6891B8}" destId="{7CDF1AEA-6A73-4ABF-BA6C-C72075DB8C53}" srcOrd="1" destOrd="0" presId="urn:microsoft.com/office/officeart/2005/8/layout/list1"/>
    <dgm:cxn modelId="{E3BFD524-012C-4CE4-AC30-4B3502D15E7E}" type="presOf" srcId="{F5746316-C21C-4E25-8E6D-BF4DE98D064A}" destId="{BAD396C6-B5DC-4843-8E0D-71A640EA1396}" srcOrd="0" destOrd="0" presId="urn:microsoft.com/office/officeart/2005/8/layout/list1"/>
    <dgm:cxn modelId="{21825A27-A091-431A-B7A1-8E47B75DA37E}" type="presOf" srcId="{19A59EBD-DFD1-4E78-9728-22F60E97EFDF}" destId="{05AF4CB6-275B-405C-A3C2-6D786AF86EC5}" srcOrd="0" destOrd="0" presId="urn:microsoft.com/office/officeart/2005/8/layout/list1"/>
    <dgm:cxn modelId="{6F950829-389B-45E5-9A9A-5C42671AE29A}" type="presOf" srcId="{51BDC148-F09C-4A11-B964-159BE0C7E460}" destId="{B70FF6FE-5EA3-4F7F-BAF6-CF5C34AB2BD7}" srcOrd="0" destOrd="0" presId="urn:microsoft.com/office/officeart/2005/8/layout/list1"/>
    <dgm:cxn modelId="{ADFDBA2C-8EB1-497A-B447-D7AD3443AA00}" srcId="{972C75B1-03FC-4C35-8BEC-EAB160999A2B}" destId="{4519E1A7-03DE-4E3D-B48B-3544C48DA3B3}" srcOrd="4" destOrd="0" parTransId="{26AC172F-D5C9-422E-9BEF-2F87D9F4BA54}" sibTransId="{0F847B11-409A-4E11-BD52-1E2D9D1B0F01}"/>
    <dgm:cxn modelId="{34FCB131-BF83-436A-A047-03E54E9D2A97}" srcId="{972C75B1-03FC-4C35-8BEC-EAB160999A2B}" destId="{1B035030-60BE-4166-9F31-0CD67F6891B8}" srcOrd="3" destOrd="0" parTransId="{42704CD2-D68E-4F61-ABAD-30B4A24E523A}" sibTransId="{C389900D-6929-49F4-9631-79321CFD527B}"/>
    <dgm:cxn modelId="{5E44CC3E-4945-4DCF-BADC-BA589A117F64}" type="presOf" srcId="{F51EB15F-CC80-4309-8B5C-B40E0A89776D}" destId="{2200CF07-C055-48E9-9814-9EFA8103BDDE}" srcOrd="1" destOrd="0" presId="urn:microsoft.com/office/officeart/2005/8/layout/list1"/>
    <dgm:cxn modelId="{9906B561-42DF-4C4B-845D-01C27E7BD0BA}" type="presOf" srcId="{F51EB15F-CC80-4309-8B5C-B40E0A89776D}" destId="{4302232B-9971-456F-8135-52FF86D06E8C}" srcOrd="0" destOrd="0" presId="urn:microsoft.com/office/officeart/2005/8/layout/list1"/>
    <dgm:cxn modelId="{847D5948-051E-4CFF-B30F-FA95729A4DBF}" srcId="{972C75B1-03FC-4C35-8BEC-EAB160999A2B}" destId="{F51EB15F-CC80-4309-8B5C-B40E0A89776D}" srcOrd="2" destOrd="0" parTransId="{C94E4CA4-6CFC-428C-8138-A8A395E6F89A}" sibTransId="{0B381089-10D1-4C37-8581-432A08FEDA95}"/>
    <dgm:cxn modelId="{BB197B52-A301-4EE9-858C-90AEB12CCD33}" type="presOf" srcId="{30596C81-7D26-422C-BD01-580282C49803}" destId="{55E5F7B1-F687-4F30-B726-072DA5BDC5AC}" srcOrd="0" destOrd="0" presId="urn:microsoft.com/office/officeart/2005/8/layout/list1"/>
    <dgm:cxn modelId="{E4A37253-4683-4A4D-98CA-E04E01F7C07A}" type="presOf" srcId="{51BDC148-F09C-4A11-B964-159BE0C7E460}" destId="{3ACFE75B-B152-4012-819A-92BE6E475BF7}" srcOrd="1" destOrd="0" presId="urn:microsoft.com/office/officeart/2005/8/layout/list1"/>
    <dgm:cxn modelId="{AD80B954-646A-4CEE-8628-F357B92A643B}" srcId="{972C75B1-03FC-4C35-8BEC-EAB160999A2B}" destId="{99F28496-27A3-4336-A4EB-77E185C81207}" srcOrd="1" destOrd="0" parTransId="{2C3F9712-894A-4DD3-B056-20E68DDB89CF}" sibTransId="{5298CB29-608B-4358-A500-80E3B0A37BB6}"/>
    <dgm:cxn modelId="{5C869759-3416-401A-B483-D554471C0AFD}" type="presOf" srcId="{972C75B1-03FC-4C35-8BEC-EAB160999A2B}" destId="{9FFAEC28-A811-49CA-87D4-DE7146888E32}" srcOrd="0" destOrd="0" presId="urn:microsoft.com/office/officeart/2005/8/layout/list1"/>
    <dgm:cxn modelId="{C57B8281-265E-49DE-9519-9720F5AF506B}" srcId="{972C75B1-03FC-4C35-8BEC-EAB160999A2B}" destId="{30596C81-7D26-422C-BD01-580282C49803}" srcOrd="5" destOrd="0" parTransId="{DD70F39C-ABC3-457A-9B57-EB4955282D66}" sibTransId="{1255DDB7-A8C6-4E0F-9AE0-56DE6F154E2F}"/>
    <dgm:cxn modelId="{10AAE39A-7E9D-416F-B884-F7628AD2F1C7}" srcId="{972C75B1-03FC-4C35-8BEC-EAB160999A2B}" destId="{19A59EBD-DFD1-4E78-9728-22F60E97EFDF}" srcOrd="0" destOrd="0" parTransId="{C8C92412-8D6B-416C-A154-5600E92AB938}" sibTransId="{A652EA24-30DE-4D05-BA82-E161B01FE53E}"/>
    <dgm:cxn modelId="{C21CF9AC-5A60-4D31-81E7-0180983484E6}" type="presOf" srcId="{4519E1A7-03DE-4E3D-B48B-3544C48DA3B3}" destId="{620998D0-59DC-4AB1-A2B5-E2DA453CB10C}" srcOrd="1" destOrd="0" presId="urn:microsoft.com/office/officeart/2005/8/layout/list1"/>
    <dgm:cxn modelId="{5DCB27B3-F5D7-4822-8EC8-3A282F701937}" type="presOf" srcId="{30596C81-7D26-422C-BD01-580282C49803}" destId="{221F2784-A3B1-4B65-A5F4-32E812784482}" srcOrd="1" destOrd="0" presId="urn:microsoft.com/office/officeart/2005/8/layout/list1"/>
    <dgm:cxn modelId="{65148CCD-5200-4F4D-B0EF-EC6A498E6DD6}" type="presOf" srcId="{99F28496-27A3-4336-A4EB-77E185C81207}" destId="{70FE0521-FE20-4431-86CE-E2447A78E042}" srcOrd="1" destOrd="0" presId="urn:microsoft.com/office/officeart/2005/8/layout/list1"/>
    <dgm:cxn modelId="{EC7A1CDA-D7A0-4EF1-9C9F-941C9F896193}" type="presOf" srcId="{99F28496-27A3-4336-A4EB-77E185C81207}" destId="{1584F06F-E38D-4FDD-B79D-9D3DD1575DFC}" srcOrd="0" destOrd="0" presId="urn:microsoft.com/office/officeart/2005/8/layout/list1"/>
    <dgm:cxn modelId="{642108E1-0B0E-4C19-A729-AB5888E718A8}" srcId="{972C75B1-03FC-4C35-8BEC-EAB160999A2B}" destId="{51BDC148-F09C-4A11-B964-159BE0C7E460}" srcOrd="7" destOrd="0" parTransId="{26623E8D-0ED9-4504-BC20-44064F2DB09D}" sibTransId="{5B7E47D3-212B-4378-92C9-A67CFD9B3050}"/>
    <dgm:cxn modelId="{73DE1CE3-960D-4EF5-9B58-12C164FD232C}" srcId="{972C75B1-03FC-4C35-8BEC-EAB160999A2B}" destId="{F5746316-C21C-4E25-8E6D-BF4DE98D064A}" srcOrd="6" destOrd="0" parTransId="{BCD68808-3370-4C6C-9E0B-0724033F907A}" sibTransId="{0F768635-5256-49A7-B204-6466E97E03B9}"/>
    <dgm:cxn modelId="{60D092E6-6D36-4FAC-B442-A8323C1BF652}" type="presOf" srcId="{19A59EBD-DFD1-4E78-9728-22F60E97EFDF}" destId="{F5D0F271-E2A0-4297-971D-482DF4618EC5}" srcOrd="1" destOrd="0" presId="urn:microsoft.com/office/officeart/2005/8/layout/list1"/>
    <dgm:cxn modelId="{9FA48EFA-53A1-4A5F-9548-F3FD813CA828}" type="presOf" srcId="{F5746316-C21C-4E25-8E6D-BF4DE98D064A}" destId="{85B2697F-6715-4246-838A-C0FC79CF67CA}" srcOrd="1" destOrd="0" presId="urn:microsoft.com/office/officeart/2005/8/layout/list1"/>
    <dgm:cxn modelId="{BD89C17E-78F2-4322-9FB9-9C6F615C7DE5}" type="presParOf" srcId="{9FFAEC28-A811-49CA-87D4-DE7146888E32}" destId="{04E6E4A5-AF4F-4BBE-A978-CBB6B5D4BB05}" srcOrd="0" destOrd="0" presId="urn:microsoft.com/office/officeart/2005/8/layout/list1"/>
    <dgm:cxn modelId="{C2B516C2-8537-4CDA-A592-7F8DEDB4E12D}" type="presParOf" srcId="{04E6E4A5-AF4F-4BBE-A978-CBB6B5D4BB05}" destId="{05AF4CB6-275B-405C-A3C2-6D786AF86EC5}" srcOrd="0" destOrd="0" presId="urn:microsoft.com/office/officeart/2005/8/layout/list1"/>
    <dgm:cxn modelId="{EDEBF852-209E-4F8B-85F3-95452DBA50A1}" type="presParOf" srcId="{04E6E4A5-AF4F-4BBE-A978-CBB6B5D4BB05}" destId="{F5D0F271-E2A0-4297-971D-482DF4618EC5}" srcOrd="1" destOrd="0" presId="urn:microsoft.com/office/officeart/2005/8/layout/list1"/>
    <dgm:cxn modelId="{D548CCE0-E95B-4FE5-9CC0-F384C6C630AF}" type="presParOf" srcId="{9FFAEC28-A811-49CA-87D4-DE7146888E32}" destId="{17DB6E37-A32C-43C8-A8A0-45285AD824F0}" srcOrd="1" destOrd="0" presId="urn:microsoft.com/office/officeart/2005/8/layout/list1"/>
    <dgm:cxn modelId="{804FB7D5-1844-48E4-845A-1ED416E0E3CA}" type="presParOf" srcId="{9FFAEC28-A811-49CA-87D4-DE7146888E32}" destId="{76A4EEE4-78C4-43C0-AF15-6CEC5DE5A816}" srcOrd="2" destOrd="0" presId="urn:microsoft.com/office/officeart/2005/8/layout/list1"/>
    <dgm:cxn modelId="{2B8E3323-1A99-4379-A830-832929F01127}" type="presParOf" srcId="{9FFAEC28-A811-49CA-87D4-DE7146888E32}" destId="{E1FA49DE-A908-4D87-916A-B2801BE67220}" srcOrd="3" destOrd="0" presId="urn:microsoft.com/office/officeart/2005/8/layout/list1"/>
    <dgm:cxn modelId="{2831B09C-5052-4168-8B91-4EAC3B626D43}" type="presParOf" srcId="{9FFAEC28-A811-49CA-87D4-DE7146888E32}" destId="{F3237061-4E6F-4580-9020-DD8FA078CFE2}" srcOrd="4" destOrd="0" presId="urn:microsoft.com/office/officeart/2005/8/layout/list1"/>
    <dgm:cxn modelId="{EB38B7EC-59D8-41CE-A6B3-F193AFA8244E}" type="presParOf" srcId="{F3237061-4E6F-4580-9020-DD8FA078CFE2}" destId="{1584F06F-E38D-4FDD-B79D-9D3DD1575DFC}" srcOrd="0" destOrd="0" presId="urn:microsoft.com/office/officeart/2005/8/layout/list1"/>
    <dgm:cxn modelId="{D64460AF-33CD-43F0-8CFE-3350651D51D9}" type="presParOf" srcId="{F3237061-4E6F-4580-9020-DD8FA078CFE2}" destId="{70FE0521-FE20-4431-86CE-E2447A78E042}" srcOrd="1" destOrd="0" presId="urn:microsoft.com/office/officeart/2005/8/layout/list1"/>
    <dgm:cxn modelId="{6077D25B-33D1-4C15-9042-77F8AC4C3617}" type="presParOf" srcId="{9FFAEC28-A811-49CA-87D4-DE7146888E32}" destId="{39D3D24E-4160-484B-899C-4B965782F7B3}" srcOrd="5" destOrd="0" presId="urn:microsoft.com/office/officeart/2005/8/layout/list1"/>
    <dgm:cxn modelId="{23A72567-5E85-4824-99C4-346B7CB6F802}" type="presParOf" srcId="{9FFAEC28-A811-49CA-87D4-DE7146888E32}" destId="{0B879C5B-0B96-4A21-B56A-9D155922A179}" srcOrd="6" destOrd="0" presId="urn:microsoft.com/office/officeart/2005/8/layout/list1"/>
    <dgm:cxn modelId="{08E1AF3E-9508-4E5F-B2EA-C78D079E4C24}" type="presParOf" srcId="{9FFAEC28-A811-49CA-87D4-DE7146888E32}" destId="{F22BB111-C552-4FCF-A05C-1AC41AC63EFE}" srcOrd="7" destOrd="0" presId="urn:microsoft.com/office/officeart/2005/8/layout/list1"/>
    <dgm:cxn modelId="{429C9FD8-4FC1-47DF-8E69-783A43DD5B55}" type="presParOf" srcId="{9FFAEC28-A811-49CA-87D4-DE7146888E32}" destId="{2DA53ED9-201D-4B40-BC1B-C3D7780685C8}" srcOrd="8" destOrd="0" presId="urn:microsoft.com/office/officeart/2005/8/layout/list1"/>
    <dgm:cxn modelId="{0CCF0DAC-DCCA-4FAB-8A4C-68BB0F9D08DA}" type="presParOf" srcId="{2DA53ED9-201D-4B40-BC1B-C3D7780685C8}" destId="{4302232B-9971-456F-8135-52FF86D06E8C}" srcOrd="0" destOrd="0" presId="urn:microsoft.com/office/officeart/2005/8/layout/list1"/>
    <dgm:cxn modelId="{F4543EA8-D0BA-4DFC-B027-5E02AB4C62DD}" type="presParOf" srcId="{2DA53ED9-201D-4B40-BC1B-C3D7780685C8}" destId="{2200CF07-C055-48E9-9814-9EFA8103BDDE}" srcOrd="1" destOrd="0" presId="urn:microsoft.com/office/officeart/2005/8/layout/list1"/>
    <dgm:cxn modelId="{840F9F21-9B89-4B9A-9BB5-1A8207E4C986}" type="presParOf" srcId="{9FFAEC28-A811-49CA-87D4-DE7146888E32}" destId="{2D7C1223-99CC-4E8D-8207-427BFFCF89EA}" srcOrd="9" destOrd="0" presId="urn:microsoft.com/office/officeart/2005/8/layout/list1"/>
    <dgm:cxn modelId="{86068408-3DAC-4DB0-B31B-73938C785244}" type="presParOf" srcId="{9FFAEC28-A811-49CA-87D4-DE7146888E32}" destId="{2FDC9A32-6BFA-4F8E-9DD9-50276B5186E0}" srcOrd="10" destOrd="0" presId="urn:microsoft.com/office/officeart/2005/8/layout/list1"/>
    <dgm:cxn modelId="{8FDA155A-16FE-44FD-8166-C99EDCF7DE11}" type="presParOf" srcId="{9FFAEC28-A811-49CA-87D4-DE7146888E32}" destId="{95051F66-E722-4881-A351-221B4952A183}" srcOrd="11" destOrd="0" presId="urn:microsoft.com/office/officeart/2005/8/layout/list1"/>
    <dgm:cxn modelId="{C241D2AB-8C39-4CC0-B72C-07F3E85D8E26}" type="presParOf" srcId="{9FFAEC28-A811-49CA-87D4-DE7146888E32}" destId="{DD8DB8E0-14E2-430D-9051-CE1A9DC1C91C}" srcOrd="12" destOrd="0" presId="urn:microsoft.com/office/officeart/2005/8/layout/list1"/>
    <dgm:cxn modelId="{541B6B58-A370-46A9-BFB7-BB354F73B287}" type="presParOf" srcId="{DD8DB8E0-14E2-430D-9051-CE1A9DC1C91C}" destId="{32F9A6A0-AE58-4728-92D8-ACE575196E1E}" srcOrd="0" destOrd="0" presId="urn:microsoft.com/office/officeart/2005/8/layout/list1"/>
    <dgm:cxn modelId="{9BFEDEEC-3126-41A5-9301-326E9EF0C7DF}" type="presParOf" srcId="{DD8DB8E0-14E2-430D-9051-CE1A9DC1C91C}" destId="{7CDF1AEA-6A73-4ABF-BA6C-C72075DB8C53}" srcOrd="1" destOrd="0" presId="urn:microsoft.com/office/officeart/2005/8/layout/list1"/>
    <dgm:cxn modelId="{DB157937-B666-45DF-BA06-05C9F80CFA6D}" type="presParOf" srcId="{9FFAEC28-A811-49CA-87D4-DE7146888E32}" destId="{7E431CF3-F8F4-4E54-91DD-CC651CD220DF}" srcOrd="13" destOrd="0" presId="urn:microsoft.com/office/officeart/2005/8/layout/list1"/>
    <dgm:cxn modelId="{3CCD6D6D-EB36-401B-94F1-3B8B7249353C}" type="presParOf" srcId="{9FFAEC28-A811-49CA-87D4-DE7146888E32}" destId="{F623AD33-7E86-45AA-994E-4688EB12DAB3}" srcOrd="14" destOrd="0" presId="urn:microsoft.com/office/officeart/2005/8/layout/list1"/>
    <dgm:cxn modelId="{01934E5F-A2F2-46C2-9D4D-35D01A4E9029}" type="presParOf" srcId="{9FFAEC28-A811-49CA-87D4-DE7146888E32}" destId="{F4FEB46A-9590-47BA-901B-D2E80A005D22}" srcOrd="15" destOrd="0" presId="urn:microsoft.com/office/officeart/2005/8/layout/list1"/>
    <dgm:cxn modelId="{4834A969-978E-4EB9-825A-27680167CD7A}" type="presParOf" srcId="{9FFAEC28-A811-49CA-87D4-DE7146888E32}" destId="{87FCD63F-9FBE-40FE-9609-F256D844546C}" srcOrd="16" destOrd="0" presId="urn:microsoft.com/office/officeart/2005/8/layout/list1"/>
    <dgm:cxn modelId="{80610A4B-A8F5-4F98-A78E-F583D47A3227}" type="presParOf" srcId="{87FCD63F-9FBE-40FE-9609-F256D844546C}" destId="{BACB2601-1460-43AB-823F-4642B34798BE}" srcOrd="0" destOrd="0" presId="urn:microsoft.com/office/officeart/2005/8/layout/list1"/>
    <dgm:cxn modelId="{1CBF6ABA-E688-4CEE-BF86-3FF88B4A2EA0}" type="presParOf" srcId="{87FCD63F-9FBE-40FE-9609-F256D844546C}" destId="{620998D0-59DC-4AB1-A2B5-E2DA453CB10C}" srcOrd="1" destOrd="0" presId="urn:microsoft.com/office/officeart/2005/8/layout/list1"/>
    <dgm:cxn modelId="{1A3759CC-5405-4316-B1EA-0D92A3B2C32D}" type="presParOf" srcId="{9FFAEC28-A811-49CA-87D4-DE7146888E32}" destId="{AAC1B1F6-869F-49D2-9D4D-7C719825C380}" srcOrd="17" destOrd="0" presId="urn:microsoft.com/office/officeart/2005/8/layout/list1"/>
    <dgm:cxn modelId="{15B37448-980A-437A-ADCF-A512E627DC4C}" type="presParOf" srcId="{9FFAEC28-A811-49CA-87D4-DE7146888E32}" destId="{CFE9339E-B962-4301-A42B-7586A88B6688}" srcOrd="18" destOrd="0" presId="urn:microsoft.com/office/officeart/2005/8/layout/list1"/>
    <dgm:cxn modelId="{10AA1E23-3BD5-4CE5-BCD7-461EAD9518E8}" type="presParOf" srcId="{9FFAEC28-A811-49CA-87D4-DE7146888E32}" destId="{3DB5E189-CD25-4294-8B48-A4C34F8FB7CE}" srcOrd="19" destOrd="0" presId="urn:microsoft.com/office/officeart/2005/8/layout/list1"/>
    <dgm:cxn modelId="{1B78D229-3A57-4F66-847F-AE486E62BE15}" type="presParOf" srcId="{9FFAEC28-A811-49CA-87D4-DE7146888E32}" destId="{F9EEA7B1-21D3-49D4-B919-D2B19ED731E4}" srcOrd="20" destOrd="0" presId="urn:microsoft.com/office/officeart/2005/8/layout/list1"/>
    <dgm:cxn modelId="{68F617E0-A889-4271-9797-78B85F1A23C8}" type="presParOf" srcId="{F9EEA7B1-21D3-49D4-B919-D2B19ED731E4}" destId="{55E5F7B1-F687-4F30-B726-072DA5BDC5AC}" srcOrd="0" destOrd="0" presId="urn:microsoft.com/office/officeart/2005/8/layout/list1"/>
    <dgm:cxn modelId="{103E6310-885E-495F-8D59-BEF9358BD75C}" type="presParOf" srcId="{F9EEA7B1-21D3-49D4-B919-D2B19ED731E4}" destId="{221F2784-A3B1-4B65-A5F4-32E812784482}" srcOrd="1" destOrd="0" presId="urn:microsoft.com/office/officeart/2005/8/layout/list1"/>
    <dgm:cxn modelId="{F2F10AF5-DF10-4FCE-BA81-CBAB696E1B1A}" type="presParOf" srcId="{9FFAEC28-A811-49CA-87D4-DE7146888E32}" destId="{5A364419-357F-4C1D-B89D-2A9CBF77048B}" srcOrd="21" destOrd="0" presId="urn:microsoft.com/office/officeart/2005/8/layout/list1"/>
    <dgm:cxn modelId="{77388275-58D5-4A9A-8D0B-7FBE161930F2}" type="presParOf" srcId="{9FFAEC28-A811-49CA-87D4-DE7146888E32}" destId="{67D40ABE-FA35-4028-8DC7-ED4945D1A5CA}" srcOrd="22" destOrd="0" presId="urn:microsoft.com/office/officeart/2005/8/layout/list1"/>
    <dgm:cxn modelId="{D66047F5-B074-4AB6-B77C-ADAACFC51195}" type="presParOf" srcId="{9FFAEC28-A811-49CA-87D4-DE7146888E32}" destId="{8A0C0DE5-4D9F-40E0-9F00-18ECFD13AD2C}" srcOrd="23" destOrd="0" presId="urn:microsoft.com/office/officeart/2005/8/layout/list1"/>
    <dgm:cxn modelId="{682F99CB-1174-4777-AACA-D4798BC0215B}" type="presParOf" srcId="{9FFAEC28-A811-49CA-87D4-DE7146888E32}" destId="{8D4C13AB-3B69-4805-A3EA-34EA92379764}" srcOrd="24" destOrd="0" presId="urn:microsoft.com/office/officeart/2005/8/layout/list1"/>
    <dgm:cxn modelId="{203B3390-4ECE-4E84-B41E-8FFD2392079E}" type="presParOf" srcId="{8D4C13AB-3B69-4805-A3EA-34EA92379764}" destId="{BAD396C6-B5DC-4843-8E0D-71A640EA1396}" srcOrd="0" destOrd="0" presId="urn:microsoft.com/office/officeart/2005/8/layout/list1"/>
    <dgm:cxn modelId="{F669F6BC-C1B7-46C9-AB65-357AB4B9AAEB}" type="presParOf" srcId="{8D4C13AB-3B69-4805-A3EA-34EA92379764}" destId="{85B2697F-6715-4246-838A-C0FC79CF67CA}" srcOrd="1" destOrd="0" presId="urn:microsoft.com/office/officeart/2005/8/layout/list1"/>
    <dgm:cxn modelId="{4B5EF396-C4E7-45CC-9C9D-B110FB2D4F8A}" type="presParOf" srcId="{9FFAEC28-A811-49CA-87D4-DE7146888E32}" destId="{229A113D-9FAC-4DC9-83FE-EE091BE76687}" srcOrd="25" destOrd="0" presId="urn:microsoft.com/office/officeart/2005/8/layout/list1"/>
    <dgm:cxn modelId="{5D328C42-37E7-4A1A-806A-EB6E2893B9EC}" type="presParOf" srcId="{9FFAEC28-A811-49CA-87D4-DE7146888E32}" destId="{847F64DC-3827-48EB-98CC-A34ED93238BF}" srcOrd="26" destOrd="0" presId="urn:microsoft.com/office/officeart/2005/8/layout/list1"/>
    <dgm:cxn modelId="{D10E7ADF-D23C-4C1E-B6CD-E441F04A741E}" type="presParOf" srcId="{9FFAEC28-A811-49CA-87D4-DE7146888E32}" destId="{1DC790ED-550E-4DF7-AFB8-C32A96F41ADE}" srcOrd="27" destOrd="0" presId="urn:microsoft.com/office/officeart/2005/8/layout/list1"/>
    <dgm:cxn modelId="{1BDB3A7C-5EC0-43FF-B763-EEF925DA18A1}" type="presParOf" srcId="{9FFAEC28-A811-49CA-87D4-DE7146888E32}" destId="{DEFE25CA-C929-4D43-B57F-D419DA3974A9}" srcOrd="28" destOrd="0" presId="urn:microsoft.com/office/officeart/2005/8/layout/list1"/>
    <dgm:cxn modelId="{F32CCE63-664D-40B9-B0AA-E1C9817C0915}" type="presParOf" srcId="{DEFE25CA-C929-4D43-B57F-D419DA3974A9}" destId="{B70FF6FE-5EA3-4F7F-BAF6-CF5C34AB2BD7}" srcOrd="0" destOrd="0" presId="urn:microsoft.com/office/officeart/2005/8/layout/list1"/>
    <dgm:cxn modelId="{DFDFC587-6AB6-4E45-855F-50A8B56C64DA}" type="presParOf" srcId="{DEFE25CA-C929-4D43-B57F-D419DA3974A9}" destId="{3ACFE75B-B152-4012-819A-92BE6E475BF7}" srcOrd="1" destOrd="0" presId="urn:microsoft.com/office/officeart/2005/8/layout/list1"/>
    <dgm:cxn modelId="{365C0C7D-E6B8-40C6-84AD-0E3A32681C91}" type="presParOf" srcId="{9FFAEC28-A811-49CA-87D4-DE7146888E32}" destId="{3370319A-5AE7-4772-83D0-984CC453D9BF}" srcOrd="29" destOrd="0" presId="urn:microsoft.com/office/officeart/2005/8/layout/list1"/>
    <dgm:cxn modelId="{27A59EC6-693E-482D-954A-05B7AE0750ED}" type="presParOf" srcId="{9FFAEC28-A811-49CA-87D4-DE7146888E32}" destId="{A7B41A2C-7654-42D7-BCFA-4D45AB79C791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4EEE4-78C4-43C0-AF15-6CEC5DE5A816}">
      <dsp:nvSpPr>
        <dsp:cNvPr id="0" name=""/>
        <dsp:cNvSpPr/>
      </dsp:nvSpPr>
      <dsp:spPr>
        <a:xfrm>
          <a:off x="0" y="297515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0F271-E2A0-4297-971D-482DF4618EC5}">
      <dsp:nvSpPr>
        <dsp:cNvPr id="0" name=""/>
        <dsp:cNvSpPr/>
      </dsp:nvSpPr>
      <dsp:spPr>
        <a:xfrm>
          <a:off x="406400" y="76115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Introduction</a:t>
          </a:r>
          <a:endParaRPr lang="en-IN" sz="1800" b="1" kern="1200" dirty="0"/>
        </a:p>
      </dsp:txBody>
      <dsp:txXfrm>
        <a:off x="428016" y="97731"/>
        <a:ext cx="5646368" cy="399568"/>
      </dsp:txXfrm>
    </dsp:sp>
    <dsp:sp modelId="{0B879C5B-0B96-4A21-B56A-9D155922A179}">
      <dsp:nvSpPr>
        <dsp:cNvPr id="0" name=""/>
        <dsp:cNvSpPr/>
      </dsp:nvSpPr>
      <dsp:spPr>
        <a:xfrm>
          <a:off x="0" y="977915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E0521-FE20-4431-86CE-E2447A78E042}">
      <dsp:nvSpPr>
        <dsp:cNvPr id="0" name=""/>
        <dsp:cNvSpPr/>
      </dsp:nvSpPr>
      <dsp:spPr>
        <a:xfrm>
          <a:off x="406400" y="756515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set</a:t>
          </a:r>
        </a:p>
      </dsp:txBody>
      <dsp:txXfrm>
        <a:off x="428016" y="778131"/>
        <a:ext cx="5646368" cy="399568"/>
      </dsp:txXfrm>
    </dsp:sp>
    <dsp:sp modelId="{2FDC9A32-6BFA-4F8E-9DD9-50276B5186E0}">
      <dsp:nvSpPr>
        <dsp:cNvPr id="0" name=""/>
        <dsp:cNvSpPr/>
      </dsp:nvSpPr>
      <dsp:spPr>
        <a:xfrm>
          <a:off x="0" y="1658315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0CF07-C055-48E9-9814-9EFA8103BDDE}">
      <dsp:nvSpPr>
        <dsp:cNvPr id="0" name=""/>
        <dsp:cNvSpPr/>
      </dsp:nvSpPr>
      <dsp:spPr>
        <a:xfrm>
          <a:off x="411248" y="1436915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 Objectives</a:t>
          </a:r>
          <a:endParaRPr lang="en-IN" sz="1800" kern="1200" dirty="0"/>
        </a:p>
      </dsp:txBody>
      <dsp:txXfrm>
        <a:off x="432864" y="1458531"/>
        <a:ext cx="5646368" cy="399568"/>
      </dsp:txXfrm>
    </dsp:sp>
    <dsp:sp modelId="{F623AD33-7E86-45AA-994E-4688EB12DAB3}">
      <dsp:nvSpPr>
        <dsp:cNvPr id="0" name=""/>
        <dsp:cNvSpPr/>
      </dsp:nvSpPr>
      <dsp:spPr>
        <a:xfrm>
          <a:off x="0" y="2338716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DF1AEA-6A73-4ABF-BA6C-C72075DB8C53}">
      <dsp:nvSpPr>
        <dsp:cNvPr id="0" name=""/>
        <dsp:cNvSpPr/>
      </dsp:nvSpPr>
      <dsp:spPr>
        <a:xfrm>
          <a:off x="406400" y="2117316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</a:t>
          </a:r>
          <a:r>
            <a:rPr lang="en-US" sz="1800" b="1" kern="1200" dirty="0"/>
            <a:t>Dataset &amp; EDA</a:t>
          </a:r>
          <a:endParaRPr lang="en-IN" sz="1800" kern="1200" dirty="0"/>
        </a:p>
      </dsp:txBody>
      <dsp:txXfrm>
        <a:off x="428016" y="2138932"/>
        <a:ext cx="5646368" cy="399568"/>
      </dsp:txXfrm>
    </dsp:sp>
    <dsp:sp modelId="{CFE9339E-B962-4301-A42B-7586A88B6688}">
      <dsp:nvSpPr>
        <dsp:cNvPr id="0" name=""/>
        <dsp:cNvSpPr/>
      </dsp:nvSpPr>
      <dsp:spPr>
        <a:xfrm>
          <a:off x="0" y="3019116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998D0-59DC-4AB1-A2B5-E2DA453CB10C}">
      <dsp:nvSpPr>
        <dsp:cNvPr id="0" name=""/>
        <dsp:cNvSpPr/>
      </dsp:nvSpPr>
      <dsp:spPr>
        <a:xfrm>
          <a:off x="406400" y="2797716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</a:t>
          </a:r>
          <a:r>
            <a:rPr lang="en-US" sz="1800" b="1" kern="1200" dirty="0"/>
            <a:t>Data Preprocessing</a:t>
          </a:r>
          <a:endParaRPr lang="en-IN" sz="1800" kern="1200" dirty="0"/>
        </a:p>
      </dsp:txBody>
      <dsp:txXfrm>
        <a:off x="428016" y="2819332"/>
        <a:ext cx="5646368" cy="399568"/>
      </dsp:txXfrm>
    </dsp:sp>
    <dsp:sp modelId="{67D40ABE-FA35-4028-8DC7-ED4945D1A5CA}">
      <dsp:nvSpPr>
        <dsp:cNvPr id="0" name=""/>
        <dsp:cNvSpPr/>
      </dsp:nvSpPr>
      <dsp:spPr>
        <a:xfrm>
          <a:off x="0" y="3699516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F2784-A3B1-4B65-A5F4-32E812784482}">
      <dsp:nvSpPr>
        <dsp:cNvPr id="0" name=""/>
        <dsp:cNvSpPr/>
      </dsp:nvSpPr>
      <dsp:spPr>
        <a:xfrm>
          <a:off x="406400" y="3478116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</a:t>
          </a:r>
          <a:r>
            <a:rPr lang="en-US" sz="1800" b="1" kern="1200" dirty="0"/>
            <a:t>PCA</a:t>
          </a:r>
          <a:endParaRPr lang="en-IN" sz="1800" kern="1200" dirty="0"/>
        </a:p>
      </dsp:txBody>
      <dsp:txXfrm>
        <a:off x="428016" y="3499732"/>
        <a:ext cx="5646368" cy="399568"/>
      </dsp:txXfrm>
    </dsp:sp>
    <dsp:sp modelId="{847F64DC-3827-48EB-98CC-A34ED93238BF}">
      <dsp:nvSpPr>
        <dsp:cNvPr id="0" name=""/>
        <dsp:cNvSpPr/>
      </dsp:nvSpPr>
      <dsp:spPr>
        <a:xfrm>
          <a:off x="0" y="4379915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2697F-6715-4246-838A-C0FC79CF67CA}">
      <dsp:nvSpPr>
        <dsp:cNvPr id="0" name=""/>
        <dsp:cNvSpPr/>
      </dsp:nvSpPr>
      <dsp:spPr>
        <a:xfrm>
          <a:off x="406400" y="4158516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</a:t>
          </a:r>
          <a:r>
            <a:rPr lang="en-US" sz="1800" b="1" kern="1200" dirty="0"/>
            <a:t>Gradient Descent</a:t>
          </a:r>
          <a:endParaRPr lang="en-IN" sz="1800" kern="1200" dirty="0"/>
        </a:p>
      </dsp:txBody>
      <dsp:txXfrm>
        <a:off x="428016" y="4180132"/>
        <a:ext cx="5646368" cy="399568"/>
      </dsp:txXfrm>
    </dsp:sp>
    <dsp:sp modelId="{A7B41A2C-7654-42D7-BCFA-4D45AB79C791}">
      <dsp:nvSpPr>
        <dsp:cNvPr id="0" name=""/>
        <dsp:cNvSpPr/>
      </dsp:nvSpPr>
      <dsp:spPr>
        <a:xfrm>
          <a:off x="0" y="5060316"/>
          <a:ext cx="8128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FE75B-B152-4012-819A-92BE6E475BF7}">
      <dsp:nvSpPr>
        <dsp:cNvPr id="0" name=""/>
        <dsp:cNvSpPr/>
      </dsp:nvSpPr>
      <dsp:spPr>
        <a:xfrm>
          <a:off x="406400" y="4838916"/>
          <a:ext cx="568960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 Reference</a:t>
          </a:r>
          <a:endParaRPr lang="en-IN" sz="1500" kern="1200" dirty="0"/>
        </a:p>
      </dsp:txBody>
      <dsp:txXfrm>
        <a:off x="428016" y="4860532"/>
        <a:ext cx="564636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Marketing Campaign Response Using EDA, PCA and Gradient-Descent-Based Logistic Regression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792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</a:t>
            </a:r>
            <a:r>
              <a:rPr lang="en-US" sz="14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Udita</a:t>
            </a:r>
            <a:endParaRPr sz="2000" b="1" dirty="0"/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 &amp; Mr. Harjeet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433EA-B855-458C-9B55-5FFF8EEC4890}"/>
              </a:ext>
            </a:extLst>
          </p:cNvPr>
          <p:cNvSpPr txBox="1"/>
          <p:nvPr/>
        </p:nvSpPr>
        <p:spPr>
          <a:xfrm>
            <a:off x="237564" y="228435"/>
            <a:ext cx="1698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b="1" dirty="0">
                <a:solidFill>
                  <a:schemeClr val="accent1">
                    <a:lumMod val="75000"/>
                  </a:schemeClr>
                </a:solidFill>
              </a:rPr>
              <a:t>Contents</a:t>
            </a:r>
            <a:endParaRPr lang="en-IN" sz="3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7D0F787-CEC2-445C-A599-486329E2D5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4758476"/>
              </p:ext>
            </p:extLst>
          </p:nvPr>
        </p:nvGraphicFramePr>
        <p:xfrm>
          <a:off x="152183" y="1023670"/>
          <a:ext cx="8128000" cy="5514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77199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98129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7040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Marketing teams run costly campaigns, but only a fraction of customers respond — identifying likely responders in advance improves ROI and cuts wasted spend.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This project analyzes a customer marketing dataset covering demographics, spending habits, purchase channels, and past campaign responses.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Goal: build an end-to-end pipeline — from raw data to a working predictive model — combining exploratory analysis, dimensionality reduction, and classification.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600" dirty="0">
                <a:solidFill>
                  <a:srgbClr val="333333"/>
                </a:solidFill>
                <a:latin typeface="Calibri"/>
              </a:rPr>
              <a:t>Scope: EDA &amp; preprocessing, PCA, Logistic Regression classification, and a from-scratch study of Gradient Descent optimizers.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132588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2,240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customer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611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3703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29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raw attributes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BF1AD-8EB8-41AD-BCF1-44D7C83869CA}"/>
              </a:ext>
            </a:extLst>
          </p:cNvPr>
          <p:cNvSpPr txBox="1"/>
          <p:nvPr/>
        </p:nvSpPr>
        <p:spPr>
          <a:xfrm>
            <a:off x="237564" y="1005324"/>
            <a:ext cx="3330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8A1658-314C-4ADD-8D45-1343D90F432E}"/>
              </a:ext>
            </a:extLst>
          </p:cNvPr>
          <p:cNvSpPr txBox="1"/>
          <p:nvPr/>
        </p:nvSpPr>
        <p:spPr>
          <a:xfrm>
            <a:off x="290008" y="6584434"/>
            <a:ext cx="27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E0CC42-1432-4480-8C59-4BC4009DD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4" y="1020296"/>
            <a:ext cx="6606364" cy="42086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4B3FF5-56D7-4303-A47D-7C55943C14E0}"/>
              </a:ext>
            </a:extLst>
          </p:cNvPr>
          <p:cNvSpPr txBox="1"/>
          <p:nvPr/>
        </p:nvSpPr>
        <p:spPr>
          <a:xfrm>
            <a:off x="157665" y="223496"/>
            <a:ext cx="2079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Data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Set</a:t>
            </a:r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62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8CE96-55D1-4CDC-8F95-A58E84193211}"/>
              </a:ext>
            </a:extLst>
          </p:cNvPr>
          <p:cNvSpPr txBox="1"/>
          <p:nvPr/>
        </p:nvSpPr>
        <p:spPr>
          <a:xfrm>
            <a:off x="1938921" y="1010899"/>
            <a:ext cx="674409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objective is Customer Response Prediction for Targeted Marketing</a:t>
            </a:r>
            <a:endParaRPr lang="en-IN" b="1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FA78C63-38E1-46F9-8366-C00A2AE333F7}"/>
              </a:ext>
            </a:extLst>
          </p:cNvPr>
          <p:cNvSpPr/>
          <p:nvPr/>
        </p:nvSpPr>
        <p:spPr>
          <a:xfrm>
            <a:off x="671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EAD9A3-26F1-4E52-A4D9-7DC9D5918F02}"/>
              </a:ext>
            </a:extLst>
          </p:cNvPr>
          <p:cNvSpPr/>
          <p:nvPr/>
        </p:nvSpPr>
        <p:spPr>
          <a:xfrm>
            <a:off x="31316" y="1599811"/>
            <a:ext cx="913078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Analyze customer demographics and purchase behavior using the Customer Personality Analysis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Perform data preprocessing and Exploratory Data Analysis (EDA) to prepare high-quality data for modeling.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Apply feature engineering and Principal Component Analysis (PCA) to improve data representation and reduce dimensionality.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Study and compare the performance of Batch Gradient Descent, Stochastic Gradient Descent (SGD), and Mini-Batch Gradient Descent.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Implement SGD from scratch and validate its performance by comparing it with scikit-learn’s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Evaluate the impact of learning rate and batch size on convergence to develop an efficient machine learning pipeline.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4460EF0-C59F-4A98-8A46-CECC3F360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9" y="4153346"/>
            <a:ext cx="952633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76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2,240 customer records with 29 attributes: demographics, spend across product categories, purchase channels, and campaign-acceptance history.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Income had 24 missing values; distributions were reviewed using histograms and boxplots across all numerical columns.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 correlation heatmap reveals moderate positive relationships among purchase-related variables (wine and meat spend, store and web purchases), while most other features show weak correlation.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Pair plots of top features helped visualize relationships between income and spending behaviour.</a:t>
            </a:r>
          </a:p>
        </p:txBody>
      </p:sp>
      <p:pic>
        <p:nvPicPr>
          <p:cNvPr id="8" name="Picture 7" descr="cor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023" y="1234439"/>
            <a:ext cx="5821423" cy="469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8521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Missing Income values imputed with the median; missing categorical values imputed with the mode.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Education and Marital_Status one-hot encoded.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Numeric features standardized (StandardScaler); MinMaxScaler compared for reference.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Outliers removed using a Z-score threshold (|z| &lt; 3): dataset reduced from 2,240 to 1,592 records.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Dt_Customer converted into a new engineered feature, Customer_Tenure_Days.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00" dirty="0">
                <a:solidFill>
                  <a:srgbClr val="333333"/>
                </a:solidFill>
                <a:latin typeface="Calibri"/>
              </a:rPr>
              <a:t>Data split into training (1,273) and test (319) sets — an 80/20 split.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A51CCE-1EFB-4601-A1C0-684AA5356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833" y="4718469"/>
            <a:ext cx="5763429" cy="8478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8" name="Picture 7" descr="boxplots.png">
            <a:extLst>
              <a:ext uri="{FF2B5EF4-FFF2-40B4-BE49-F238E27FC236}">
                <a16:creationId xmlns:a16="http://schemas.microsoft.com/office/drawing/2014/main" id="{3A539342-4C81-4DE4-B27C-5986B6D29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08" y="1363691"/>
            <a:ext cx="9012219" cy="49793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B76FD0-08BD-4EAC-A78C-03FC2DF354FB}"/>
              </a:ext>
            </a:extLst>
          </p:cNvPr>
          <p:cNvSpPr/>
          <p:nvPr/>
        </p:nvSpPr>
        <p:spPr>
          <a:xfrm>
            <a:off x="213749" y="924531"/>
            <a:ext cx="5882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Outlier detection across numerical features (IQR / boxplots)</a:t>
            </a:r>
          </a:p>
        </p:txBody>
      </p:sp>
    </p:spTree>
    <p:extLst>
      <p:ext uri="{BB962C8B-B14F-4D97-AF65-F5344CB8AC3E}">
        <p14:creationId xmlns:p14="http://schemas.microsoft.com/office/powerpoint/2010/main" val="281452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with PCA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60525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Standardized features (35 dimensions after encoding) were fed into PCA.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The scree plot shows 22 components are needed to retain 95% of the variance — roughly a 37% reduction in dimensionality.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 2D projection of the first two components visualizes separation between responders and non-responders.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 loadings heatmap highlights which original features contribute most to each principal component.</a:t>
            </a:r>
          </a:p>
        </p:txBody>
      </p:sp>
      <p:pic>
        <p:nvPicPr>
          <p:cNvPr id="8" name="Picture 7" descr="scree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05840"/>
            <a:ext cx="3847807" cy="2606040"/>
          </a:xfrm>
          <a:prstGeom prst="rect">
            <a:avLst/>
          </a:prstGeom>
        </p:spPr>
      </p:pic>
      <p:pic>
        <p:nvPicPr>
          <p:cNvPr id="9" name="Picture 8" descr="pca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712285"/>
            <a:ext cx="3208537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— Logistic Regression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Logistic Regression was trained twice: once on all 35 scaled features, and once on the 22 PCA components.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700">
                <a:solidFill>
                  <a:srgbClr val="333333"/>
                </a:solidFill>
                <a:latin typeface="Calibri"/>
              </a:rPr>
              <a:t>PCA cut the feature space by ~37% with only a 0.3 percentage-point drop in accuracy — a strong trade-off for a simpler, faster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91.2%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Accuracy — original 35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10896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37947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C7293"/>
                </a:solidFill>
                <a:latin typeface="Calibri"/>
              </a:rPr>
              <a:t>90.9%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Accuracy — 22 PCA components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Optimization — From Scratch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7607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Implemented Batch, Stochastic (SGD), and Mini-Batch Gradient Descent from scratch to fit a simple linear model (Income → MntWines).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Batch GD is smooth but makes slower per-epoch progress; SGD is noisier but often converges faster in wall-clock time; Mini-Batch balances both.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Also studied the effect of learning rate and batch size on convergence stability.</a:t>
            </a:r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Font typeface="Arial" pitchFamily="34" charset="0"/>
              <a:buChar char="•"/>
            </a:pPr>
            <a:r>
              <a:rPr sz="1500">
                <a:solidFill>
                  <a:srgbClr val="333333"/>
                </a:solidFill>
                <a:latin typeface="Calibri"/>
              </a:rPr>
              <a:t>The custom SGD implementation closely matched scikit-learn's SGDRegressor coefficients, validating the from-scratch code.</a:t>
            </a:r>
          </a:p>
        </p:txBody>
      </p:sp>
      <p:pic>
        <p:nvPicPr>
          <p:cNvPr id="8" name="Picture 7" descr="gd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5212080" cy="365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Conclusion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25507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EDA confirmed a largely clean dataset with moderate correlations among purchase-related features — suitable for machine learning after preprocessing.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Preprocessing (imputation, encoding, scaling, outlier removal) improved data quality, yielding 1,592 well-conditioned records.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PCA compressed 35 features into 22 components while retaining 95% of the variance.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Logistic Regression achieved ~91% accuracy in predicting campaign response; PCA-reduced features performed nearly as well as the full feature set.</a:t>
            </a:r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Font typeface="Arial" pitchFamily="34" charset="0"/>
              <a:buChar char="•"/>
            </a:pPr>
            <a:r>
              <a:rPr sz="1550" dirty="0">
                <a:solidFill>
                  <a:srgbClr val="333333"/>
                </a:solidFill>
                <a:latin typeface="Calibri"/>
              </a:rPr>
              <a:t>Mini-Batch Gradient Descent offered the best balance of convergence speed and stability among the three optimizers studied.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Dataset: “Customer Personality Analysis / Marketing Campaign Data”, Kaggle.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Pedregosa, F. et al. “Scikit-learn: Machine Learning in Python.” Journal of Machine Learning Research, 2011.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Hunter, J. D. “Matplotlib: A 2D Graphics Environment.” Computing in Science &amp; Engineering, 2007.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Waskom, M. “seaborn: Statistical Data Visualization.” Journal of Open Source Software, 2021.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McKinney, W. “Data Structures for Statistical Computing in Python.” Proc. of the 9th Python in Science Conf., 2010.</a:t>
            </a:r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Font typeface="Arial" pitchFamily="34" charset="0"/>
              <a:buChar char="•"/>
            </a:pPr>
            <a:r>
              <a:rPr sz="1600">
                <a:solidFill>
                  <a:srgbClr val="333333"/>
                </a:solidFill>
                <a:latin typeface="Calibri"/>
              </a:rPr>
              <a:t>Jolliffe, I. T. “Principal Component Analysis.” Springer Series in Statistics, 2002.</a:t>
            </a:r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915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user2</cp:lastModifiedBy>
  <cp:revision>18</cp:revision>
  <dcterms:created xsi:type="dcterms:W3CDTF">2026-05-21T06:29:53Z</dcterms:created>
  <dcterms:modified xsi:type="dcterms:W3CDTF">2026-07-15T07:01:58Z</dcterms:modified>
</cp:coreProperties>
</file>
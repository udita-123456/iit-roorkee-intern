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27" r:id="rId3"/>
    <p:sldId id="334" r:id="rId4"/>
    <p:sldId id="329" r:id="rId5"/>
    <p:sldId id="333" r:id="rId6"/>
    <p:sldId id="339" r:id="rId7"/>
    <p:sldId id="335" r:id="rId8"/>
    <p:sldId id="338" r:id="rId9"/>
    <p:sldId id="328" r:id="rId10"/>
    <p:sldId id="337" r:id="rId11"/>
    <p:sldId id="340" r:id="rId12"/>
    <p:sldId id="331" r:id="rId13"/>
    <p:sldId id="33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2" initials="u" lastIdx="1" clrIdx="0">
    <p:extLst>
      <p:ext uri="{19B8F6BF-5375-455C-9EA6-DF929625EA0E}">
        <p15:presenceInfo xmlns:p15="http://schemas.microsoft.com/office/powerpoint/2012/main" userId="user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9A42AB-EA68-41DC-8F06-6B41CBF1ADE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3709248-E58D-46BA-9C16-3270F7FEE7D9}">
      <dgm:prSet phldrT="[Text]"/>
      <dgm:spPr/>
      <dgm:t>
        <a:bodyPr/>
        <a:lstStyle/>
        <a:p>
          <a:r>
            <a:rPr lang="en-US" dirty="0"/>
            <a:t>Introduction to Gradient Descent</a:t>
          </a:r>
          <a:endParaRPr lang="en-IN" dirty="0"/>
        </a:p>
      </dgm:t>
    </dgm:pt>
    <dgm:pt modelId="{863E1A9B-8C8F-46B4-99DE-B65600E76DA3}" type="parTrans" cxnId="{8B5995F9-3115-443D-A017-44DB18D68EDB}">
      <dgm:prSet/>
      <dgm:spPr/>
      <dgm:t>
        <a:bodyPr/>
        <a:lstStyle/>
        <a:p>
          <a:endParaRPr lang="en-IN"/>
        </a:p>
      </dgm:t>
    </dgm:pt>
    <dgm:pt modelId="{A3EF7848-B9AA-4BE8-816F-94F759BD13BC}" type="sibTrans" cxnId="{8B5995F9-3115-443D-A017-44DB18D68EDB}">
      <dgm:prSet/>
      <dgm:spPr/>
      <dgm:t>
        <a:bodyPr/>
        <a:lstStyle/>
        <a:p>
          <a:endParaRPr lang="en-IN"/>
        </a:p>
      </dgm:t>
    </dgm:pt>
    <dgm:pt modelId="{F468A899-298C-4516-9D66-DB8E0F894B54}">
      <dgm:prSet phldrT="[Text]"/>
      <dgm:spPr/>
      <dgm:t>
        <a:bodyPr/>
        <a:lstStyle/>
        <a:p>
          <a:r>
            <a:rPr lang="en-US" dirty="0"/>
            <a:t>Batch Gradient Descent</a:t>
          </a:r>
          <a:endParaRPr lang="en-IN" dirty="0"/>
        </a:p>
      </dgm:t>
    </dgm:pt>
    <dgm:pt modelId="{2FE23A31-BEAE-4A0B-B061-112CEFBAFB70}" type="parTrans" cxnId="{F4BB7EB5-41BC-4B52-B1F9-D3ADF02867F3}">
      <dgm:prSet/>
      <dgm:spPr/>
      <dgm:t>
        <a:bodyPr/>
        <a:lstStyle/>
        <a:p>
          <a:endParaRPr lang="en-IN"/>
        </a:p>
      </dgm:t>
    </dgm:pt>
    <dgm:pt modelId="{032C4BE9-32AB-4B7B-8599-578268E4FD5A}" type="sibTrans" cxnId="{F4BB7EB5-41BC-4B52-B1F9-D3ADF02867F3}">
      <dgm:prSet/>
      <dgm:spPr/>
      <dgm:t>
        <a:bodyPr/>
        <a:lstStyle/>
        <a:p>
          <a:endParaRPr lang="en-IN"/>
        </a:p>
      </dgm:t>
    </dgm:pt>
    <dgm:pt modelId="{A9B3734F-0BE6-4D16-9328-FCF135B36617}">
      <dgm:prSet phldrT="[Text]"/>
      <dgm:spPr/>
      <dgm:t>
        <a:bodyPr/>
        <a:lstStyle/>
        <a:p>
          <a:r>
            <a:rPr lang="en-US" dirty="0"/>
            <a:t>Stochastic Gradient Descent </a:t>
          </a:r>
          <a:endParaRPr lang="en-IN" dirty="0"/>
        </a:p>
      </dgm:t>
    </dgm:pt>
    <dgm:pt modelId="{341BB17E-840F-428F-8462-D56D9DB43E65}" type="parTrans" cxnId="{20859D9C-EF86-41B9-9543-5B6DB61F95EE}">
      <dgm:prSet/>
      <dgm:spPr/>
      <dgm:t>
        <a:bodyPr/>
        <a:lstStyle/>
        <a:p>
          <a:endParaRPr lang="en-IN"/>
        </a:p>
      </dgm:t>
    </dgm:pt>
    <dgm:pt modelId="{724CA615-5B57-44A1-988D-93B7B1B4F39F}" type="sibTrans" cxnId="{20859D9C-EF86-41B9-9543-5B6DB61F95EE}">
      <dgm:prSet/>
      <dgm:spPr/>
      <dgm:t>
        <a:bodyPr/>
        <a:lstStyle/>
        <a:p>
          <a:endParaRPr lang="en-IN"/>
        </a:p>
      </dgm:t>
    </dgm:pt>
    <dgm:pt modelId="{DD5385DF-D449-4410-8659-F1A80DDEE4A2}">
      <dgm:prSet phldrT="[Text]"/>
      <dgm:spPr/>
      <dgm:t>
        <a:bodyPr/>
        <a:lstStyle/>
        <a:p>
          <a:pPr algn="l"/>
          <a:r>
            <a:rPr lang="en-US" dirty="0"/>
            <a:t>Application of Gradient Descent</a:t>
          </a:r>
          <a:endParaRPr lang="en-IN" dirty="0"/>
        </a:p>
      </dgm:t>
    </dgm:pt>
    <dgm:pt modelId="{ACCA4C6B-42E7-4979-9604-14E8D02625A8}" type="parTrans" cxnId="{18FFCC5E-F56D-4A40-A6D2-FC0D5CC15246}">
      <dgm:prSet/>
      <dgm:spPr/>
      <dgm:t>
        <a:bodyPr/>
        <a:lstStyle/>
        <a:p>
          <a:endParaRPr lang="en-IN"/>
        </a:p>
      </dgm:t>
    </dgm:pt>
    <dgm:pt modelId="{BC8C7FBE-41CC-4C0F-BF43-4371E8803C06}" type="sibTrans" cxnId="{18FFCC5E-F56D-4A40-A6D2-FC0D5CC15246}">
      <dgm:prSet/>
      <dgm:spPr/>
      <dgm:t>
        <a:bodyPr/>
        <a:lstStyle/>
        <a:p>
          <a:endParaRPr lang="en-IN"/>
        </a:p>
      </dgm:t>
    </dgm:pt>
    <dgm:pt modelId="{B752FB73-102D-4BFC-917E-3FCE495BC6C7}">
      <dgm:prSet phldrT="[Text]"/>
      <dgm:spPr/>
      <dgm:t>
        <a:bodyPr/>
        <a:lstStyle/>
        <a:p>
          <a:r>
            <a:rPr lang="en-US" dirty="0"/>
            <a:t>Reference</a:t>
          </a:r>
          <a:endParaRPr lang="en-IN" dirty="0"/>
        </a:p>
      </dgm:t>
    </dgm:pt>
    <dgm:pt modelId="{9EEF91A1-6A9C-46B8-AA06-E1CF29C06D9F}" type="parTrans" cxnId="{E316FFE0-123C-4110-A011-866444B9F62C}">
      <dgm:prSet/>
      <dgm:spPr/>
      <dgm:t>
        <a:bodyPr/>
        <a:lstStyle/>
        <a:p>
          <a:endParaRPr lang="en-IN"/>
        </a:p>
      </dgm:t>
    </dgm:pt>
    <dgm:pt modelId="{0FBF758F-6B0C-4D9E-B3BD-C41F8AFBD5E4}" type="sibTrans" cxnId="{E316FFE0-123C-4110-A011-866444B9F62C}">
      <dgm:prSet/>
      <dgm:spPr/>
      <dgm:t>
        <a:bodyPr/>
        <a:lstStyle/>
        <a:p>
          <a:endParaRPr lang="en-IN"/>
        </a:p>
      </dgm:t>
    </dgm:pt>
    <dgm:pt modelId="{115E991B-F596-4BF1-B5C6-02A113A9DC4E}">
      <dgm:prSet/>
      <dgm:spPr/>
      <dgm:t>
        <a:bodyPr/>
        <a:lstStyle/>
        <a:p>
          <a:r>
            <a:rPr lang="en-US" dirty="0"/>
            <a:t> Mini-Batch Gradient Descent </a:t>
          </a:r>
          <a:endParaRPr lang="en-IN" dirty="0"/>
        </a:p>
      </dgm:t>
    </dgm:pt>
    <dgm:pt modelId="{685CF47E-B0F6-4445-B806-615AC5843DCB}" type="parTrans" cxnId="{734F9DBF-480C-4DC7-8155-DE473D6229FB}">
      <dgm:prSet/>
      <dgm:spPr/>
      <dgm:t>
        <a:bodyPr/>
        <a:lstStyle/>
        <a:p>
          <a:endParaRPr lang="en-IN"/>
        </a:p>
      </dgm:t>
    </dgm:pt>
    <dgm:pt modelId="{CC1B6A8B-B29F-4C3C-BDA5-CF1B75E92098}" type="sibTrans" cxnId="{734F9DBF-480C-4DC7-8155-DE473D6229FB}">
      <dgm:prSet/>
      <dgm:spPr/>
      <dgm:t>
        <a:bodyPr/>
        <a:lstStyle/>
        <a:p>
          <a:endParaRPr lang="en-IN"/>
        </a:p>
      </dgm:t>
    </dgm:pt>
    <dgm:pt modelId="{5CAA76B9-422C-4F53-9A35-55E92F836BBD}" type="pres">
      <dgm:prSet presAssocID="{B09A42AB-EA68-41DC-8F06-6B41CBF1ADE3}" presName="linear" presStyleCnt="0">
        <dgm:presLayoutVars>
          <dgm:dir/>
          <dgm:animLvl val="lvl"/>
          <dgm:resizeHandles val="exact"/>
        </dgm:presLayoutVars>
      </dgm:prSet>
      <dgm:spPr/>
    </dgm:pt>
    <dgm:pt modelId="{8B761B14-0F6E-4F42-9D22-8E1D0D4E1F36}" type="pres">
      <dgm:prSet presAssocID="{E3709248-E58D-46BA-9C16-3270F7FEE7D9}" presName="parentLin" presStyleCnt="0"/>
      <dgm:spPr/>
    </dgm:pt>
    <dgm:pt modelId="{9CFFAFD9-4A5F-4827-90AD-6BC13DBB6C6F}" type="pres">
      <dgm:prSet presAssocID="{E3709248-E58D-46BA-9C16-3270F7FEE7D9}" presName="parentLeftMargin" presStyleLbl="node1" presStyleIdx="0" presStyleCnt="6"/>
      <dgm:spPr/>
    </dgm:pt>
    <dgm:pt modelId="{1136D48D-AE20-4E7C-8F6A-F38C443C5F50}" type="pres">
      <dgm:prSet presAssocID="{E3709248-E58D-46BA-9C16-3270F7FEE7D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686042A-4D9A-4BCF-B609-B34CD1E01922}" type="pres">
      <dgm:prSet presAssocID="{E3709248-E58D-46BA-9C16-3270F7FEE7D9}" presName="negativeSpace" presStyleCnt="0"/>
      <dgm:spPr/>
    </dgm:pt>
    <dgm:pt modelId="{3943FAA1-5710-461A-B9C0-4A39D8D138A6}" type="pres">
      <dgm:prSet presAssocID="{E3709248-E58D-46BA-9C16-3270F7FEE7D9}" presName="childText" presStyleLbl="conFgAcc1" presStyleIdx="0" presStyleCnt="6">
        <dgm:presLayoutVars>
          <dgm:bulletEnabled val="1"/>
        </dgm:presLayoutVars>
      </dgm:prSet>
      <dgm:spPr/>
    </dgm:pt>
    <dgm:pt modelId="{5B2B500B-D419-4254-8535-48C36CE23B21}" type="pres">
      <dgm:prSet presAssocID="{A3EF7848-B9AA-4BE8-816F-94F759BD13BC}" presName="spaceBetweenRectangles" presStyleCnt="0"/>
      <dgm:spPr/>
    </dgm:pt>
    <dgm:pt modelId="{D1AAA82B-C995-47CE-8C06-8F8B3180FA6C}" type="pres">
      <dgm:prSet presAssocID="{F468A899-298C-4516-9D66-DB8E0F894B54}" presName="parentLin" presStyleCnt="0"/>
      <dgm:spPr/>
    </dgm:pt>
    <dgm:pt modelId="{71AC2649-1B15-4756-BD46-B9ABD9587F80}" type="pres">
      <dgm:prSet presAssocID="{F468A899-298C-4516-9D66-DB8E0F894B54}" presName="parentLeftMargin" presStyleLbl="node1" presStyleIdx="0" presStyleCnt="6"/>
      <dgm:spPr/>
    </dgm:pt>
    <dgm:pt modelId="{A8EA549D-2E41-4481-830F-D13D82A22A65}" type="pres">
      <dgm:prSet presAssocID="{F468A899-298C-4516-9D66-DB8E0F894B5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0CE89C9-B4A7-418B-A250-62F325163D28}" type="pres">
      <dgm:prSet presAssocID="{F468A899-298C-4516-9D66-DB8E0F894B54}" presName="negativeSpace" presStyleCnt="0"/>
      <dgm:spPr/>
    </dgm:pt>
    <dgm:pt modelId="{E86B89A9-9278-49C8-90BC-8E6C61CC74A6}" type="pres">
      <dgm:prSet presAssocID="{F468A899-298C-4516-9D66-DB8E0F894B54}" presName="childText" presStyleLbl="conFgAcc1" presStyleIdx="1" presStyleCnt="6">
        <dgm:presLayoutVars>
          <dgm:bulletEnabled val="1"/>
        </dgm:presLayoutVars>
      </dgm:prSet>
      <dgm:spPr/>
    </dgm:pt>
    <dgm:pt modelId="{ABF1329B-F474-4160-84D0-47DE99263C33}" type="pres">
      <dgm:prSet presAssocID="{032C4BE9-32AB-4B7B-8599-578268E4FD5A}" presName="spaceBetweenRectangles" presStyleCnt="0"/>
      <dgm:spPr/>
    </dgm:pt>
    <dgm:pt modelId="{0695465D-6CEB-452A-AE0B-1A8BBC5D6A6F}" type="pres">
      <dgm:prSet presAssocID="{A9B3734F-0BE6-4D16-9328-FCF135B36617}" presName="parentLin" presStyleCnt="0"/>
      <dgm:spPr/>
    </dgm:pt>
    <dgm:pt modelId="{92D6FE86-E163-4CB3-8940-4848572D9B9E}" type="pres">
      <dgm:prSet presAssocID="{A9B3734F-0BE6-4D16-9328-FCF135B36617}" presName="parentLeftMargin" presStyleLbl="node1" presStyleIdx="1" presStyleCnt="6"/>
      <dgm:spPr/>
    </dgm:pt>
    <dgm:pt modelId="{D5894D63-E4AE-424A-8105-13CD4B268430}" type="pres">
      <dgm:prSet presAssocID="{A9B3734F-0BE6-4D16-9328-FCF135B3661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DB690E0-3320-438C-9F3E-D572E2962558}" type="pres">
      <dgm:prSet presAssocID="{A9B3734F-0BE6-4D16-9328-FCF135B36617}" presName="negativeSpace" presStyleCnt="0"/>
      <dgm:spPr/>
    </dgm:pt>
    <dgm:pt modelId="{67568D69-2116-4F0F-97DC-977848A7DA73}" type="pres">
      <dgm:prSet presAssocID="{A9B3734F-0BE6-4D16-9328-FCF135B36617}" presName="childText" presStyleLbl="conFgAcc1" presStyleIdx="2" presStyleCnt="6">
        <dgm:presLayoutVars>
          <dgm:bulletEnabled val="1"/>
        </dgm:presLayoutVars>
      </dgm:prSet>
      <dgm:spPr/>
    </dgm:pt>
    <dgm:pt modelId="{946A5092-7A8A-485C-AAE5-D1525CB29179}" type="pres">
      <dgm:prSet presAssocID="{724CA615-5B57-44A1-988D-93B7B1B4F39F}" presName="spaceBetweenRectangles" presStyleCnt="0"/>
      <dgm:spPr/>
    </dgm:pt>
    <dgm:pt modelId="{A1268087-675C-45A9-89E0-3F23FC777152}" type="pres">
      <dgm:prSet presAssocID="{115E991B-F596-4BF1-B5C6-02A113A9DC4E}" presName="parentLin" presStyleCnt="0"/>
      <dgm:spPr/>
    </dgm:pt>
    <dgm:pt modelId="{E1748064-8490-4CE2-B744-8673CC88F398}" type="pres">
      <dgm:prSet presAssocID="{115E991B-F596-4BF1-B5C6-02A113A9DC4E}" presName="parentLeftMargin" presStyleLbl="node1" presStyleIdx="2" presStyleCnt="6"/>
      <dgm:spPr/>
    </dgm:pt>
    <dgm:pt modelId="{11FB07A0-101F-404C-A338-E8382BB64452}" type="pres">
      <dgm:prSet presAssocID="{115E991B-F596-4BF1-B5C6-02A113A9DC4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59CB4F1-AD0E-4874-8240-4323E2541BC8}" type="pres">
      <dgm:prSet presAssocID="{115E991B-F596-4BF1-B5C6-02A113A9DC4E}" presName="negativeSpace" presStyleCnt="0"/>
      <dgm:spPr/>
    </dgm:pt>
    <dgm:pt modelId="{9D7B6FEC-23B0-479C-88E7-CB9B71951DB0}" type="pres">
      <dgm:prSet presAssocID="{115E991B-F596-4BF1-B5C6-02A113A9DC4E}" presName="childText" presStyleLbl="conFgAcc1" presStyleIdx="3" presStyleCnt="6">
        <dgm:presLayoutVars>
          <dgm:bulletEnabled val="1"/>
        </dgm:presLayoutVars>
      </dgm:prSet>
      <dgm:spPr/>
    </dgm:pt>
    <dgm:pt modelId="{A302B9B7-0C68-4E7D-9D66-DB26F852C955}" type="pres">
      <dgm:prSet presAssocID="{CC1B6A8B-B29F-4C3C-BDA5-CF1B75E92098}" presName="spaceBetweenRectangles" presStyleCnt="0"/>
      <dgm:spPr/>
    </dgm:pt>
    <dgm:pt modelId="{675762EC-1669-440C-9486-FFEBEFBBAC8D}" type="pres">
      <dgm:prSet presAssocID="{DD5385DF-D449-4410-8659-F1A80DDEE4A2}" presName="parentLin" presStyleCnt="0"/>
      <dgm:spPr/>
    </dgm:pt>
    <dgm:pt modelId="{09505800-E8AD-4E9A-9103-9AF1FF06284C}" type="pres">
      <dgm:prSet presAssocID="{DD5385DF-D449-4410-8659-F1A80DDEE4A2}" presName="parentLeftMargin" presStyleLbl="node1" presStyleIdx="3" presStyleCnt="6"/>
      <dgm:spPr/>
    </dgm:pt>
    <dgm:pt modelId="{0A0DC1E8-01A4-490C-9660-CB002A70E67D}" type="pres">
      <dgm:prSet presAssocID="{DD5385DF-D449-4410-8659-F1A80DDEE4A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9FE350D-B738-499A-A2E6-52715231E137}" type="pres">
      <dgm:prSet presAssocID="{DD5385DF-D449-4410-8659-F1A80DDEE4A2}" presName="negativeSpace" presStyleCnt="0"/>
      <dgm:spPr/>
    </dgm:pt>
    <dgm:pt modelId="{0A1BEA43-A990-4ECC-9DD1-C8174FC514A1}" type="pres">
      <dgm:prSet presAssocID="{DD5385DF-D449-4410-8659-F1A80DDEE4A2}" presName="childText" presStyleLbl="conFgAcc1" presStyleIdx="4" presStyleCnt="6">
        <dgm:presLayoutVars>
          <dgm:bulletEnabled val="1"/>
        </dgm:presLayoutVars>
      </dgm:prSet>
      <dgm:spPr/>
    </dgm:pt>
    <dgm:pt modelId="{94A3DA22-B095-45FB-B77B-32D2B0EB9E8A}" type="pres">
      <dgm:prSet presAssocID="{BC8C7FBE-41CC-4C0F-BF43-4371E8803C06}" presName="spaceBetweenRectangles" presStyleCnt="0"/>
      <dgm:spPr/>
    </dgm:pt>
    <dgm:pt modelId="{F43B7A4E-F66D-4EEE-9B83-B162EA41EB9C}" type="pres">
      <dgm:prSet presAssocID="{B752FB73-102D-4BFC-917E-3FCE495BC6C7}" presName="parentLin" presStyleCnt="0"/>
      <dgm:spPr/>
    </dgm:pt>
    <dgm:pt modelId="{517D5E4C-BE58-43D6-A1D9-47B09CDA1D2E}" type="pres">
      <dgm:prSet presAssocID="{B752FB73-102D-4BFC-917E-3FCE495BC6C7}" presName="parentLeftMargin" presStyleLbl="node1" presStyleIdx="4" presStyleCnt="6"/>
      <dgm:spPr/>
    </dgm:pt>
    <dgm:pt modelId="{14A14862-93F0-4F76-901B-B9952FD18215}" type="pres">
      <dgm:prSet presAssocID="{B752FB73-102D-4BFC-917E-3FCE495BC6C7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B3050A1A-94BF-4A27-A055-360219786D2E}" type="pres">
      <dgm:prSet presAssocID="{B752FB73-102D-4BFC-917E-3FCE495BC6C7}" presName="negativeSpace" presStyleCnt="0"/>
      <dgm:spPr/>
    </dgm:pt>
    <dgm:pt modelId="{F4775AB2-FA38-41F7-AD58-2A410099AEC1}" type="pres">
      <dgm:prSet presAssocID="{B752FB73-102D-4BFC-917E-3FCE495BC6C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64F8201-A281-4713-A945-33F2BE17F663}" type="presOf" srcId="{B752FB73-102D-4BFC-917E-3FCE495BC6C7}" destId="{14A14862-93F0-4F76-901B-B9952FD18215}" srcOrd="1" destOrd="0" presId="urn:microsoft.com/office/officeart/2005/8/layout/list1"/>
    <dgm:cxn modelId="{81732106-2292-4F13-924C-1EBE29D6A034}" type="presOf" srcId="{A9B3734F-0BE6-4D16-9328-FCF135B36617}" destId="{D5894D63-E4AE-424A-8105-13CD4B268430}" srcOrd="1" destOrd="0" presId="urn:microsoft.com/office/officeart/2005/8/layout/list1"/>
    <dgm:cxn modelId="{780C4E09-C85F-4BB7-ACD9-8706E7B37633}" type="presOf" srcId="{E3709248-E58D-46BA-9C16-3270F7FEE7D9}" destId="{9CFFAFD9-4A5F-4827-90AD-6BC13DBB6C6F}" srcOrd="0" destOrd="0" presId="urn:microsoft.com/office/officeart/2005/8/layout/list1"/>
    <dgm:cxn modelId="{18FFCC5E-F56D-4A40-A6D2-FC0D5CC15246}" srcId="{B09A42AB-EA68-41DC-8F06-6B41CBF1ADE3}" destId="{DD5385DF-D449-4410-8659-F1A80DDEE4A2}" srcOrd="4" destOrd="0" parTransId="{ACCA4C6B-42E7-4979-9604-14E8D02625A8}" sibTransId="{BC8C7FBE-41CC-4C0F-BF43-4371E8803C06}"/>
    <dgm:cxn modelId="{2150AF6D-0E8F-469B-80E0-AA0000DD6C6F}" type="presOf" srcId="{E3709248-E58D-46BA-9C16-3270F7FEE7D9}" destId="{1136D48D-AE20-4E7C-8F6A-F38C443C5F50}" srcOrd="1" destOrd="0" presId="urn:microsoft.com/office/officeart/2005/8/layout/list1"/>
    <dgm:cxn modelId="{F4B2B670-46D8-433D-ADC8-29F74AE3EF68}" type="presOf" srcId="{DD5385DF-D449-4410-8659-F1A80DDEE4A2}" destId="{0A0DC1E8-01A4-490C-9660-CB002A70E67D}" srcOrd="1" destOrd="0" presId="urn:microsoft.com/office/officeart/2005/8/layout/list1"/>
    <dgm:cxn modelId="{6E6B5254-5601-40C1-B96C-A95E707D692B}" type="presOf" srcId="{B752FB73-102D-4BFC-917E-3FCE495BC6C7}" destId="{517D5E4C-BE58-43D6-A1D9-47B09CDA1D2E}" srcOrd="0" destOrd="0" presId="urn:microsoft.com/office/officeart/2005/8/layout/list1"/>
    <dgm:cxn modelId="{3F0FE478-D349-42BD-9486-66978C7E5D3F}" type="presOf" srcId="{F468A899-298C-4516-9D66-DB8E0F894B54}" destId="{71AC2649-1B15-4756-BD46-B9ABD9587F80}" srcOrd="0" destOrd="0" presId="urn:microsoft.com/office/officeart/2005/8/layout/list1"/>
    <dgm:cxn modelId="{E25FDC88-C070-43AE-B2C0-983B1DAF53D5}" type="presOf" srcId="{115E991B-F596-4BF1-B5C6-02A113A9DC4E}" destId="{11FB07A0-101F-404C-A338-E8382BB64452}" srcOrd="1" destOrd="0" presId="urn:microsoft.com/office/officeart/2005/8/layout/list1"/>
    <dgm:cxn modelId="{20859D9C-EF86-41B9-9543-5B6DB61F95EE}" srcId="{B09A42AB-EA68-41DC-8F06-6B41CBF1ADE3}" destId="{A9B3734F-0BE6-4D16-9328-FCF135B36617}" srcOrd="2" destOrd="0" parTransId="{341BB17E-840F-428F-8462-D56D9DB43E65}" sibTransId="{724CA615-5B57-44A1-988D-93B7B1B4F39F}"/>
    <dgm:cxn modelId="{D6945BB3-FDCE-4420-9B96-C3AB8FDB1EB3}" type="presOf" srcId="{B09A42AB-EA68-41DC-8F06-6B41CBF1ADE3}" destId="{5CAA76B9-422C-4F53-9A35-55E92F836BBD}" srcOrd="0" destOrd="0" presId="urn:microsoft.com/office/officeart/2005/8/layout/list1"/>
    <dgm:cxn modelId="{F4BB7EB5-41BC-4B52-B1F9-D3ADF02867F3}" srcId="{B09A42AB-EA68-41DC-8F06-6B41CBF1ADE3}" destId="{F468A899-298C-4516-9D66-DB8E0F894B54}" srcOrd="1" destOrd="0" parTransId="{2FE23A31-BEAE-4A0B-B061-112CEFBAFB70}" sibTransId="{032C4BE9-32AB-4B7B-8599-578268E4FD5A}"/>
    <dgm:cxn modelId="{F27872B7-0DED-4999-91DA-DA62B688F0CE}" type="presOf" srcId="{F468A899-298C-4516-9D66-DB8E0F894B54}" destId="{A8EA549D-2E41-4481-830F-D13D82A22A65}" srcOrd="1" destOrd="0" presId="urn:microsoft.com/office/officeart/2005/8/layout/list1"/>
    <dgm:cxn modelId="{6DF0E6BB-5201-4F51-86C3-31E3DAA3D763}" type="presOf" srcId="{DD5385DF-D449-4410-8659-F1A80DDEE4A2}" destId="{09505800-E8AD-4E9A-9103-9AF1FF06284C}" srcOrd="0" destOrd="0" presId="urn:microsoft.com/office/officeart/2005/8/layout/list1"/>
    <dgm:cxn modelId="{734F9DBF-480C-4DC7-8155-DE473D6229FB}" srcId="{B09A42AB-EA68-41DC-8F06-6B41CBF1ADE3}" destId="{115E991B-F596-4BF1-B5C6-02A113A9DC4E}" srcOrd="3" destOrd="0" parTransId="{685CF47E-B0F6-4445-B806-615AC5843DCB}" sibTransId="{CC1B6A8B-B29F-4C3C-BDA5-CF1B75E92098}"/>
    <dgm:cxn modelId="{E316FFE0-123C-4110-A011-866444B9F62C}" srcId="{B09A42AB-EA68-41DC-8F06-6B41CBF1ADE3}" destId="{B752FB73-102D-4BFC-917E-3FCE495BC6C7}" srcOrd="5" destOrd="0" parTransId="{9EEF91A1-6A9C-46B8-AA06-E1CF29C06D9F}" sibTransId="{0FBF758F-6B0C-4D9E-B3BD-C41F8AFBD5E4}"/>
    <dgm:cxn modelId="{46342CE3-9508-476E-9628-3952E6A36A3C}" type="presOf" srcId="{115E991B-F596-4BF1-B5C6-02A113A9DC4E}" destId="{E1748064-8490-4CE2-B744-8673CC88F398}" srcOrd="0" destOrd="0" presId="urn:microsoft.com/office/officeart/2005/8/layout/list1"/>
    <dgm:cxn modelId="{FF75EFF4-9012-4EC3-872C-B5CFE6DF9E9A}" type="presOf" srcId="{A9B3734F-0BE6-4D16-9328-FCF135B36617}" destId="{92D6FE86-E163-4CB3-8940-4848572D9B9E}" srcOrd="0" destOrd="0" presId="urn:microsoft.com/office/officeart/2005/8/layout/list1"/>
    <dgm:cxn modelId="{8B5995F9-3115-443D-A017-44DB18D68EDB}" srcId="{B09A42AB-EA68-41DC-8F06-6B41CBF1ADE3}" destId="{E3709248-E58D-46BA-9C16-3270F7FEE7D9}" srcOrd="0" destOrd="0" parTransId="{863E1A9B-8C8F-46B4-99DE-B65600E76DA3}" sibTransId="{A3EF7848-B9AA-4BE8-816F-94F759BD13BC}"/>
    <dgm:cxn modelId="{02AF93AA-45BB-4B85-B53A-7EA63F5D0153}" type="presParOf" srcId="{5CAA76B9-422C-4F53-9A35-55E92F836BBD}" destId="{8B761B14-0F6E-4F42-9D22-8E1D0D4E1F36}" srcOrd="0" destOrd="0" presId="urn:microsoft.com/office/officeart/2005/8/layout/list1"/>
    <dgm:cxn modelId="{31BE92F3-5740-452F-83AD-992F7DD09F09}" type="presParOf" srcId="{8B761B14-0F6E-4F42-9D22-8E1D0D4E1F36}" destId="{9CFFAFD9-4A5F-4827-90AD-6BC13DBB6C6F}" srcOrd="0" destOrd="0" presId="urn:microsoft.com/office/officeart/2005/8/layout/list1"/>
    <dgm:cxn modelId="{D105BBE4-48C9-41A0-B3F6-1A13C24AE2B6}" type="presParOf" srcId="{8B761B14-0F6E-4F42-9D22-8E1D0D4E1F36}" destId="{1136D48D-AE20-4E7C-8F6A-F38C443C5F50}" srcOrd="1" destOrd="0" presId="urn:microsoft.com/office/officeart/2005/8/layout/list1"/>
    <dgm:cxn modelId="{B8604B50-7200-4132-B371-CCDA0F4E9E14}" type="presParOf" srcId="{5CAA76B9-422C-4F53-9A35-55E92F836BBD}" destId="{8686042A-4D9A-4BCF-B609-B34CD1E01922}" srcOrd="1" destOrd="0" presId="urn:microsoft.com/office/officeart/2005/8/layout/list1"/>
    <dgm:cxn modelId="{9F49D4F8-D4DB-41DB-9FBA-35E54C2B6547}" type="presParOf" srcId="{5CAA76B9-422C-4F53-9A35-55E92F836BBD}" destId="{3943FAA1-5710-461A-B9C0-4A39D8D138A6}" srcOrd="2" destOrd="0" presId="urn:microsoft.com/office/officeart/2005/8/layout/list1"/>
    <dgm:cxn modelId="{A8D4C22E-12C3-47A8-B76B-F5F79EE542BA}" type="presParOf" srcId="{5CAA76B9-422C-4F53-9A35-55E92F836BBD}" destId="{5B2B500B-D419-4254-8535-48C36CE23B21}" srcOrd="3" destOrd="0" presId="urn:microsoft.com/office/officeart/2005/8/layout/list1"/>
    <dgm:cxn modelId="{961EB0E5-8916-4F63-97D9-96CBF307CBD6}" type="presParOf" srcId="{5CAA76B9-422C-4F53-9A35-55E92F836BBD}" destId="{D1AAA82B-C995-47CE-8C06-8F8B3180FA6C}" srcOrd="4" destOrd="0" presId="urn:microsoft.com/office/officeart/2005/8/layout/list1"/>
    <dgm:cxn modelId="{7376A43A-9C11-471D-BD6C-DCAFAB925987}" type="presParOf" srcId="{D1AAA82B-C995-47CE-8C06-8F8B3180FA6C}" destId="{71AC2649-1B15-4756-BD46-B9ABD9587F80}" srcOrd="0" destOrd="0" presId="urn:microsoft.com/office/officeart/2005/8/layout/list1"/>
    <dgm:cxn modelId="{687D5389-805B-480C-ADF0-8129D3892C9E}" type="presParOf" srcId="{D1AAA82B-C995-47CE-8C06-8F8B3180FA6C}" destId="{A8EA549D-2E41-4481-830F-D13D82A22A65}" srcOrd="1" destOrd="0" presId="urn:microsoft.com/office/officeart/2005/8/layout/list1"/>
    <dgm:cxn modelId="{5E9F884D-6124-46A2-BDBE-DD50D4E50A4D}" type="presParOf" srcId="{5CAA76B9-422C-4F53-9A35-55E92F836BBD}" destId="{C0CE89C9-B4A7-418B-A250-62F325163D28}" srcOrd="5" destOrd="0" presId="urn:microsoft.com/office/officeart/2005/8/layout/list1"/>
    <dgm:cxn modelId="{D5F4883D-BDAF-4E00-BC4D-2BB2A5A38AE0}" type="presParOf" srcId="{5CAA76B9-422C-4F53-9A35-55E92F836BBD}" destId="{E86B89A9-9278-49C8-90BC-8E6C61CC74A6}" srcOrd="6" destOrd="0" presId="urn:microsoft.com/office/officeart/2005/8/layout/list1"/>
    <dgm:cxn modelId="{AF37E5F3-3080-4080-B3DC-F89A4E4626AD}" type="presParOf" srcId="{5CAA76B9-422C-4F53-9A35-55E92F836BBD}" destId="{ABF1329B-F474-4160-84D0-47DE99263C33}" srcOrd="7" destOrd="0" presId="urn:microsoft.com/office/officeart/2005/8/layout/list1"/>
    <dgm:cxn modelId="{C7C8D10B-F29A-4012-B85C-7B136BBDC223}" type="presParOf" srcId="{5CAA76B9-422C-4F53-9A35-55E92F836BBD}" destId="{0695465D-6CEB-452A-AE0B-1A8BBC5D6A6F}" srcOrd="8" destOrd="0" presId="urn:microsoft.com/office/officeart/2005/8/layout/list1"/>
    <dgm:cxn modelId="{385468F0-1E82-4D40-8F38-12EF7CFE230D}" type="presParOf" srcId="{0695465D-6CEB-452A-AE0B-1A8BBC5D6A6F}" destId="{92D6FE86-E163-4CB3-8940-4848572D9B9E}" srcOrd="0" destOrd="0" presId="urn:microsoft.com/office/officeart/2005/8/layout/list1"/>
    <dgm:cxn modelId="{4DB48ED2-E0AE-4AC9-B6BD-1AE002033832}" type="presParOf" srcId="{0695465D-6CEB-452A-AE0B-1A8BBC5D6A6F}" destId="{D5894D63-E4AE-424A-8105-13CD4B268430}" srcOrd="1" destOrd="0" presId="urn:microsoft.com/office/officeart/2005/8/layout/list1"/>
    <dgm:cxn modelId="{387DB110-EFA8-45A9-AEA7-02581CBB8AD5}" type="presParOf" srcId="{5CAA76B9-422C-4F53-9A35-55E92F836BBD}" destId="{0DB690E0-3320-438C-9F3E-D572E2962558}" srcOrd="9" destOrd="0" presId="urn:microsoft.com/office/officeart/2005/8/layout/list1"/>
    <dgm:cxn modelId="{B00314EC-A09F-480A-839A-C7F79EA136D3}" type="presParOf" srcId="{5CAA76B9-422C-4F53-9A35-55E92F836BBD}" destId="{67568D69-2116-4F0F-97DC-977848A7DA73}" srcOrd="10" destOrd="0" presId="urn:microsoft.com/office/officeart/2005/8/layout/list1"/>
    <dgm:cxn modelId="{65089D5F-9414-478C-B03C-33743358EAD0}" type="presParOf" srcId="{5CAA76B9-422C-4F53-9A35-55E92F836BBD}" destId="{946A5092-7A8A-485C-AAE5-D1525CB29179}" srcOrd="11" destOrd="0" presId="urn:microsoft.com/office/officeart/2005/8/layout/list1"/>
    <dgm:cxn modelId="{BFA194CF-120C-4FA6-A21A-26C6BC370F66}" type="presParOf" srcId="{5CAA76B9-422C-4F53-9A35-55E92F836BBD}" destId="{A1268087-675C-45A9-89E0-3F23FC777152}" srcOrd="12" destOrd="0" presId="urn:microsoft.com/office/officeart/2005/8/layout/list1"/>
    <dgm:cxn modelId="{EFA710B0-75C9-49B7-8953-E8955669AC85}" type="presParOf" srcId="{A1268087-675C-45A9-89E0-3F23FC777152}" destId="{E1748064-8490-4CE2-B744-8673CC88F398}" srcOrd="0" destOrd="0" presId="urn:microsoft.com/office/officeart/2005/8/layout/list1"/>
    <dgm:cxn modelId="{F3DD7FB3-D67C-4DEF-82A1-82F383EF5B46}" type="presParOf" srcId="{A1268087-675C-45A9-89E0-3F23FC777152}" destId="{11FB07A0-101F-404C-A338-E8382BB64452}" srcOrd="1" destOrd="0" presId="urn:microsoft.com/office/officeart/2005/8/layout/list1"/>
    <dgm:cxn modelId="{0FF5379B-307F-45ED-B73E-0320DF6882BB}" type="presParOf" srcId="{5CAA76B9-422C-4F53-9A35-55E92F836BBD}" destId="{E59CB4F1-AD0E-4874-8240-4323E2541BC8}" srcOrd="13" destOrd="0" presId="urn:microsoft.com/office/officeart/2005/8/layout/list1"/>
    <dgm:cxn modelId="{325A7E4F-AF18-4571-910F-9F3CFE49F3D8}" type="presParOf" srcId="{5CAA76B9-422C-4F53-9A35-55E92F836BBD}" destId="{9D7B6FEC-23B0-479C-88E7-CB9B71951DB0}" srcOrd="14" destOrd="0" presId="urn:microsoft.com/office/officeart/2005/8/layout/list1"/>
    <dgm:cxn modelId="{ABF20AEE-1312-4402-BF11-34D578D3557D}" type="presParOf" srcId="{5CAA76B9-422C-4F53-9A35-55E92F836BBD}" destId="{A302B9B7-0C68-4E7D-9D66-DB26F852C955}" srcOrd="15" destOrd="0" presId="urn:microsoft.com/office/officeart/2005/8/layout/list1"/>
    <dgm:cxn modelId="{ABF0E71A-1882-4398-BB76-D3B900DBF61F}" type="presParOf" srcId="{5CAA76B9-422C-4F53-9A35-55E92F836BBD}" destId="{675762EC-1669-440C-9486-FFEBEFBBAC8D}" srcOrd="16" destOrd="0" presId="urn:microsoft.com/office/officeart/2005/8/layout/list1"/>
    <dgm:cxn modelId="{D0EF803B-0369-462F-A825-EECB4AB3238B}" type="presParOf" srcId="{675762EC-1669-440C-9486-FFEBEFBBAC8D}" destId="{09505800-E8AD-4E9A-9103-9AF1FF06284C}" srcOrd="0" destOrd="0" presId="urn:microsoft.com/office/officeart/2005/8/layout/list1"/>
    <dgm:cxn modelId="{657FB4D5-8501-4366-9E31-E10F772069C9}" type="presParOf" srcId="{675762EC-1669-440C-9486-FFEBEFBBAC8D}" destId="{0A0DC1E8-01A4-490C-9660-CB002A70E67D}" srcOrd="1" destOrd="0" presId="urn:microsoft.com/office/officeart/2005/8/layout/list1"/>
    <dgm:cxn modelId="{DF71D46A-FBCE-4291-9471-5522FB10BBCB}" type="presParOf" srcId="{5CAA76B9-422C-4F53-9A35-55E92F836BBD}" destId="{F9FE350D-B738-499A-A2E6-52715231E137}" srcOrd="17" destOrd="0" presId="urn:microsoft.com/office/officeart/2005/8/layout/list1"/>
    <dgm:cxn modelId="{9A0E07F9-64EC-4EDE-86D9-956739E1BFA9}" type="presParOf" srcId="{5CAA76B9-422C-4F53-9A35-55E92F836BBD}" destId="{0A1BEA43-A990-4ECC-9DD1-C8174FC514A1}" srcOrd="18" destOrd="0" presId="urn:microsoft.com/office/officeart/2005/8/layout/list1"/>
    <dgm:cxn modelId="{3D50FCD8-C5AC-4DCC-BEF2-A93C432AA08B}" type="presParOf" srcId="{5CAA76B9-422C-4F53-9A35-55E92F836BBD}" destId="{94A3DA22-B095-45FB-B77B-32D2B0EB9E8A}" srcOrd="19" destOrd="0" presId="urn:microsoft.com/office/officeart/2005/8/layout/list1"/>
    <dgm:cxn modelId="{1E450B06-3DE9-48E9-8443-4DB74A439CF2}" type="presParOf" srcId="{5CAA76B9-422C-4F53-9A35-55E92F836BBD}" destId="{F43B7A4E-F66D-4EEE-9B83-B162EA41EB9C}" srcOrd="20" destOrd="0" presId="urn:microsoft.com/office/officeart/2005/8/layout/list1"/>
    <dgm:cxn modelId="{BA47E4CB-3B40-4CE3-BA96-D2C985C0FE0B}" type="presParOf" srcId="{F43B7A4E-F66D-4EEE-9B83-B162EA41EB9C}" destId="{517D5E4C-BE58-43D6-A1D9-47B09CDA1D2E}" srcOrd="0" destOrd="0" presId="urn:microsoft.com/office/officeart/2005/8/layout/list1"/>
    <dgm:cxn modelId="{008508C3-22A0-4F5F-9C45-DE8D75363B57}" type="presParOf" srcId="{F43B7A4E-F66D-4EEE-9B83-B162EA41EB9C}" destId="{14A14862-93F0-4F76-901B-B9952FD18215}" srcOrd="1" destOrd="0" presId="urn:microsoft.com/office/officeart/2005/8/layout/list1"/>
    <dgm:cxn modelId="{52A0AE1C-F70B-4374-8282-6B5943155273}" type="presParOf" srcId="{5CAA76B9-422C-4F53-9A35-55E92F836BBD}" destId="{B3050A1A-94BF-4A27-A055-360219786D2E}" srcOrd="21" destOrd="0" presId="urn:microsoft.com/office/officeart/2005/8/layout/list1"/>
    <dgm:cxn modelId="{E72FB6F6-F178-4933-AA90-2078759BBF38}" type="presParOf" srcId="{5CAA76B9-422C-4F53-9A35-55E92F836BBD}" destId="{F4775AB2-FA38-41F7-AD58-2A410099AEC1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55AF87-5CAE-4E5C-8AA4-739ECFC268A2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E5153F-86A2-4E6B-A3F7-9191968416D8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b="1" dirty="0"/>
            <a:t>Batch Gradient Descent (BGD) </a:t>
          </a:r>
          <a:endParaRPr lang="en-IN" dirty="0"/>
        </a:p>
      </dgm:t>
    </dgm:pt>
    <dgm:pt modelId="{F2654041-0A3D-4C15-9A62-A5DC2E2AA7BD}" type="parTrans" cxnId="{2BA394A8-14D4-4BA5-9533-5874FFB8F5F0}">
      <dgm:prSet/>
      <dgm:spPr/>
      <dgm:t>
        <a:bodyPr/>
        <a:lstStyle/>
        <a:p>
          <a:endParaRPr lang="en-IN"/>
        </a:p>
      </dgm:t>
    </dgm:pt>
    <dgm:pt modelId="{1015E2E8-B08F-4975-89CA-936588CBF8C0}" type="sibTrans" cxnId="{2BA394A8-14D4-4BA5-9533-5874FFB8F5F0}">
      <dgm:prSet/>
      <dgm:spPr/>
      <dgm:t>
        <a:bodyPr/>
        <a:lstStyle/>
        <a:p>
          <a:endParaRPr lang="en-IN"/>
        </a:p>
      </dgm:t>
    </dgm:pt>
    <dgm:pt modelId="{5F005F88-37CE-4BE5-BD99-049EB25D3F20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IN" b="1" dirty="0"/>
            <a:t>Stochastic Gradient Descent (SGD) </a:t>
          </a:r>
          <a:endParaRPr lang="en-IN" dirty="0"/>
        </a:p>
      </dgm:t>
    </dgm:pt>
    <dgm:pt modelId="{031A9BB7-036F-4F85-8FD4-9424B05D0B35}" type="parTrans" cxnId="{863F4430-530C-4087-B633-A5ABC1B789A8}">
      <dgm:prSet/>
      <dgm:spPr/>
      <dgm:t>
        <a:bodyPr/>
        <a:lstStyle/>
        <a:p>
          <a:endParaRPr lang="en-IN"/>
        </a:p>
      </dgm:t>
    </dgm:pt>
    <dgm:pt modelId="{AF8FE0E8-BEC7-48C5-B69D-91FBE91458FD}" type="sibTrans" cxnId="{863F4430-530C-4087-B633-A5ABC1B789A8}">
      <dgm:prSet/>
      <dgm:spPr/>
      <dgm:t>
        <a:bodyPr/>
        <a:lstStyle/>
        <a:p>
          <a:endParaRPr lang="en-IN"/>
        </a:p>
      </dgm:t>
    </dgm:pt>
    <dgm:pt modelId="{E2DBCC41-031B-44F3-B919-99FE6CEF0A2A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b="1" dirty="0"/>
            <a:t>Gradient Descent</a:t>
          </a:r>
          <a:r>
            <a:rPr lang="en-US" dirty="0"/>
            <a:t> </a:t>
          </a:r>
          <a:endParaRPr lang="en-IN" dirty="0"/>
        </a:p>
      </dgm:t>
    </dgm:pt>
    <dgm:pt modelId="{3BCEA22B-6E9F-4FAD-BE1D-6B981F410716}" type="sibTrans" cxnId="{26CE8EFA-1A32-444D-943E-5F01DB407A63}">
      <dgm:prSet/>
      <dgm:spPr/>
      <dgm:t>
        <a:bodyPr/>
        <a:lstStyle/>
        <a:p>
          <a:endParaRPr lang="en-IN"/>
        </a:p>
      </dgm:t>
    </dgm:pt>
    <dgm:pt modelId="{C5AE57D5-9A60-40BD-B5D0-DF7A2E888095}" type="parTrans" cxnId="{26CE8EFA-1A32-444D-943E-5F01DB407A63}">
      <dgm:prSet/>
      <dgm:spPr/>
      <dgm:t>
        <a:bodyPr/>
        <a:lstStyle/>
        <a:p>
          <a:endParaRPr lang="en-IN"/>
        </a:p>
      </dgm:t>
    </dgm:pt>
    <dgm:pt modelId="{F7ECC127-AF52-4CF0-AF5E-3CBBAC73D1B7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IN" b="1" dirty="0"/>
            <a:t>Mini-Batch Gradient Descent (MBGD) </a:t>
          </a:r>
          <a:endParaRPr lang="en-IN" dirty="0"/>
        </a:p>
      </dgm:t>
    </dgm:pt>
    <dgm:pt modelId="{76785681-2781-4E6C-B7CC-4FE07616388D}" type="parTrans" cxnId="{EBF32659-ADD9-4A0A-9A91-9A8CAFF881D5}">
      <dgm:prSet/>
      <dgm:spPr/>
      <dgm:t>
        <a:bodyPr/>
        <a:lstStyle/>
        <a:p>
          <a:endParaRPr lang="en-IN"/>
        </a:p>
      </dgm:t>
    </dgm:pt>
    <dgm:pt modelId="{641944A9-C758-4D55-ACC8-4D0BF85E1B02}" type="sibTrans" cxnId="{EBF32659-ADD9-4A0A-9A91-9A8CAFF881D5}">
      <dgm:prSet/>
      <dgm:spPr/>
      <dgm:t>
        <a:bodyPr/>
        <a:lstStyle/>
        <a:p>
          <a:endParaRPr lang="en-IN"/>
        </a:p>
      </dgm:t>
    </dgm:pt>
    <dgm:pt modelId="{1BE54DBC-DB51-4432-8E18-86C375CF6746}" type="pres">
      <dgm:prSet presAssocID="{0A55AF87-5CAE-4E5C-8AA4-739ECFC268A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A79E632-D05F-4F63-8200-C5BDDB783377}" type="pres">
      <dgm:prSet presAssocID="{E2DBCC41-031B-44F3-B919-99FE6CEF0A2A}" presName="hierRoot1" presStyleCnt="0">
        <dgm:presLayoutVars>
          <dgm:hierBranch val="init"/>
        </dgm:presLayoutVars>
      </dgm:prSet>
      <dgm:spPr/>
    </dgm:pt>
    <dgm:pt modelId="{A63F96AD-55B0-4B43-AFB0-4D8814F9AB92}" type="pres">
      <dgm:prSet presAssocID="{E2DBCC41-031B-44F3-B919-99FE6CEF0A2A}" presName="rootComposite1" presStyleCnt="0"/>
      <dgm:spPr/>
    </dgm:pt>
    <dgm:pt modelId="{94ED44AB-9ABA-45B3-9AA6-353F8156B72C}" type="pres">
      <dgm:prSet presAssocID="{E2DBCC41-031B-44F3-B919-99FE6CEF0A2A}" presName="rootText1" presStyleLbl="node0" presStyleIdx="0" presStyleCnt="1" custLinFactNeighborY="9573">
        <dgm:presLayoutVars>
          <dgm:chPref val="3"/>
        </dgm:presLayoutVars>
      </dgm:prSet>
      <dgm:spPr/>
    </dgm:pt>
    <dgm:pt modelId="{AEB95EC3-082A-4A92-A7E2-01C4A9980E1E}" type="pres">
      <dgm:prSet presAssocID="{E2DBCC41-031B-44F3-B919-99FE6CEF0A2A}" presName="rootConnector1" presStyleLbl="node1" presStyleIdx="0" presStyleCnt="0"/>
      <dgm:spPr/>
    </dgm:pt>
    <dgm:pt modelId="{B324C50D-C6DD-4414-84FC-EA495A1B2C03}" type="pres">
      <dgm:prSet presAssocID="{E2DBCC41-031B-44F3-B919-99FE6CEF0A2A}" presName="hierChild2" presStyleCnt="0"/>
      <dgm:spPr/>
    </dgm:pt>
    <dgm:pt modelId="{84234992-402D-4D0F-AE31-E6C0250F27AB}" type="pres">
      <dgm:prSet presAssocID="{F2654041-0A3D-4C15-9A62-A5DC2E2AA7BD}" presName="Name64" presStyleLbl="parChTrans1D2" presStyleIdx="0" presStyleCnt="3"/>
      <dgm:spPr/>
    </dgm:pt>
    <dgm:pt modelId="{E558F2DF-F5E7-4BA7-A0A7-202696B1DFDA}" type="pres">
      <dgm:prSet presAssocID="{25E5153F-86A2-4E6B-A3F7-9191968416D8}" presName="hierRoot2" presStyleCnt="0">
        <dgm:presLayoutVars>
          <dgm:hierBranch val="init"/>
        </dgm:presLayoutVars>
      </dgm:prSet>
      <dgm:spPr/>
    </dgm:pt>
    <dgm:pt modelId="{E5E8B4BA-C414-4286-A685-7F797217277D}" type="pres">
      <dgm:prSet presAssocID="{25E5153F-86A2-4E6B-A3F7-9191968416D8}" presName="rootComposite" presStyleCnt="0"/>
      <dgm:spPr/>
    </dgm:pt>
    <dgm:pt modelId="{95E25A93-D807-4C1A-8C9B-5B4015DACBFF}" type="pres">
      <dgm:prSet presAssocID="{25E5153F-86A2-4E6B-A3F7-9191968416D8}" presName="rootText" presStyleLbl="node2" presStyleIdx="0" presStyleCnt="3" custLinFactNeighborY="188">
        <dgm:presLayoutVars>
          <dgm:chPref val="3"/>
        </dgm:presLayoutVars>
      </dgm:prSet>
      <dgm:spPr/>
    </dgm:pt>
    <dgm:pt modelId="{D92050B4-5323-47E5-BF51-E8B559060B71}" type="pres">
      <dgm:prSet presAssocID="{25E5153F-86A2-4E6B-A3F7-9191968416D8}" presName="rootConnector" presStyleLbl="node2" presStyleIdx="0" presStyleCnt="3"/>
      <dgm:spPr/>
    </dgm:pt>
    <dgm:pt modelId="{3A5820A1-6EB7-49C9-980F-A84D8217C1B8}" type="pres">
      <dgm:prSet presAssocID="{25E5153F-86A2-4E6B-A3F7-9191968416D8}" presName="hierChild4" presStyleCnt="0"/>
      <dgm:spPr/>
    </dgm:pt>
    <dgm:pt modelId="{13558270-39E8-49E0-931E-DF5F0D935220}" type="pres">
      <dgm:prSet presAssocID="{25E5153F-86A2-4E6B-A3F7-9191968416D8}" presName="hierChild5" presStyleCnt="0"/>
      <dgm:spPr/>
    </dgm:pt>
    <dgm:pt modelId="{6C785114-F481-4FF0-95B1-95B58F3496B0}" type="pres">
      <dgm:prSet presAssocID="{031A9BB7-036F-4F85-8FD4-9424B05D0B35}" presName="Name64" presStyleLbl="parChTrans1D2" presStyleIdx="1" presStyleCnt="3"/>
      <dgm:spPr/>
    </dgm:pt>
    <dgm:pt modelId="{3E33C572-95AB-4B58-8206-C7EEC71D0576}" type="pres">
      <dgm:prSet presAssocID="{5F005F88-37CE-4BE5-BD99-049EB25D3F20}" presName="hierRoot2" presStyleCnt="0">
        <dgm:presLayoutVars>
          <dgm:hierBranch val="init"/>
        </dgm:presLayoutVars>
      </dgm:prSet>
      <dgm:spPr/>
    </dgm:pt>
    <dgm:pt modelId="{EE638728-9962-41AA-89F6-4A039F95DCD6}" type="pres">
      <dgm:prSet presAssocID="{5F005F88-37CE-4BE5-BD99-049EB25D3F20}" presName="rootComposite" presStyleCnt="0"/>
      <dgm:spPr/>
    </dgm:pt>
    <dgm:pt modelId="{3F18E88C-AFCE-4961-BB58-37A4AC9D6D35}" type="pres">
      <dgm:prSet presAssocID="{5F005F88-37CE-4BE5-BD99-049EB25D3F20}" presName="rootText" presStyleLbl="node2" presStyleIdx="1" presStyleCnt="3">
        <dgm:presLayoutVars>
          <dgm:chPref val="3"/>
        </dgm:presLayoutVars>
      </dgm:prSet>
      <dgm:spPr/>
    </dgm:pt>
    <dgm:pt modelId="{E13ED1F2-4FD9-414E-9A3D-2B37F19472AD}" type="pres">
      <dgm:prSet presAssocID="{5F005F88-37CE-4BE5-BD99-049EB25D3F20}" presName="rootConnector" presStyleLbl="node2" presStyleIdx="1" presStyleCnt="3"/>
      <dgm:spPr/>
    </dgm:pt>
    <dgm:pt modelId="{7E8C87C9-18B3-4678-882E-FFCA06E0164A}" type="pres">
      <dgm:prSet presAssocID="{5F005F88-37CE-4BE5-BD99-049EB25D3F20}" presName="hierChild4" presStyleCnt="0"/>
      <dgm:spPr/>
    </dgm:pt>
    <dgm:pt modelId="{52706E50-DD3C-4C8F-AD9A-A105268356ED}" type="pres">
      <dgm:prSet presAssocID="{5F005F88-37CE-4BE5-BD99-049EB25D3F20}" presName="hierChild5" presStyleCnt="0"/>
      <dgm:spPr/>
    </dgm:pt>
    <dgm:pt modelId="{A04CE55A-5161-434F-AFC5-FA29D47ED504}" type="pres">
      <dgm:prSet presAssocID="{76785681-2781-4E6C-B7CC-4FE07616388D}" presName="Name64" presStyleLbl="parChTrans1D2" presStyleIdx="2" presStyleCnt="3"/>
      <dgm:spPr/>
    </dgm:pt>
    <dgm:pt modelId="{93A46DF0-AC7B-47FB-8D77-0EE82F8288CA}" type="pres">
      <dgm:prSet presAssocID="{F7ECC127-AF52-4CF0-AF5E-3CBBAC73D1B7}" presName="hierRoot2" presStyleCnt="0">
        <dgm:presLayoutVars>
          <dgm:hierBranch val="init"/>
        </dgm:presLayoutVars>
      </dgm:prSet>
      <dgm:spPr/>
    </dgm:pt>
    <dgm:pt modelId="{DDA29D13-6D42-4DFC-BB84-14F74F2887BD}" type="pres">
      <dgm:prSet presAssocID="{F7ECC127-AF52-4CF0-AF5E-3CBBAC73D1B7}" presName="rootComposite" presStyleCnt="0"/>
      <dgm:spPr/>
    </dgm:pt>
    <dgm:pt modelId="{31FC5891-7A33-4A46-B07A-A8C2FD65B756}" type="pres">
      <dgm:prSet presAssocID="{F7ECC127-AF52-4CF0-AF5E-3CBBAC73D1B7}" presName="rootText" presStyleLbl="node2" presStyleIdx="2" presStyleCnt="3">
        <dgm:presLayoutVars>
          <dgm:chPref val="3"/>
        </dgm:presLayoutVars>
      </dgm:prSet>
      <dgm:spPr/>
    </dgm:pt>
    <dgm:pt modelId="{01C18E8F-CBF3-43F2-ACDE-A54DB4425CE6}" type="pres">
      <dgm:prSet presAssocID="{F7ECC127-AF52-4CF0-AF5E-3CBBAC73D1B7}" presName="rootConnector" presStyleLbl="node2" presStyleIdx="2" presStyleCnt="3"/>
      <dgm:spPr/>
    </dgm:pt>
    <dgm:pt modelId="{3DD4FEE9-503A-48DC-957E-BD8D4FD0531B}" type="pres">
      <dgm:prSet presAssocID="{F7ECC127-AF52-4CF0-AF5E-3CBBAC73D1B7}" presName="hierChild4" presStyleCnt="0"/>
      <dgm:spPr/>
    </dgm:pt>
    <dgm:pt modelId="{034D91C1-829D-49EB-8DFB-A6560761AF3C}" type="pres">
      <dgm:prSet presAssocID="{F7ECC127-AF52-4CF0-AF5E-3CBBAC73D1B7}" presName="hierChild5" presStyleCnt="0"/>
      <dgm:spPr/>
    </dgm:pt>
    <dgm:pt modelId="{7B916D0E-3488-4E98-A8F7-EC2CD8658EBA}" type="pres">
      <dgm:prSet presAssocID="{E2DBCC41-031B-44F3-B919-99FE6CEF0A2A}" presName="hierChild3" presStyleCnt="0"/>
      <dgm:spPr/>
    </dgm:pt>
  </dgm:ptLst>
  <dgm:cxnLst>
    <dgm:cxn modelId="{F66AAD04-F090-406D-B9A4-396CBD496694}" type="presOf" srcId="{25E5153F-86A2-4E6B-A3F7-9191968416D8}" destId="{95E25A93-D807-4C1A-8C9B-5B4015DACBFF}" srcOrd="0" destOrd="0" presId="urn:microsoft.com/office/officeart/2009/3/layout/HorizontalOrganizationChart"/>
    <dgm:cxn modelId="{5463C60D-D2E2-4DBB-BCF4-5B9154BA1269}" type="presOf" srcId="{F2654041-0A3D-4C15-9A62-A5DC2E2AA7BD}" destId="{84234992-402D-4D0F-AE31-E6C0250F27AB}" srcOrd="0" destOrd="0" presId="urn:microsoft.com/office/officeart/2009/3/layout/HorizontalOrganizationChart"/>
    <dgm:cxn modelId="{9BDB5E16-5060-4CDF-8992-34A144716E87}" type="presOf" srcId="{25E5153F-86A2-4E6B-A3F7-9191968416D8}" destId="{D92050B4-5323-47E5-BF51-E8B559060B71}" srcOrd="1" destOrd="0" presId="urn:microsoft.com/office/officeart/2009/3/layout/HorizontalOrganizationChart"/>
    <dgm:cxn modelId="{8967572D-1725-49EF-B9D1-1DF04568A618}" type="presOf" srcId="{031A9BB7-036F-4F85-8FD4-9424B05D0B35}" destId="{6C785114-F481-4FF0-95B1-95B58F3496B0}" srcOrd="0" destOrd="0" presId="urn:microsoft.com/office/officeart/2009/3/layout/HorizontalOrganizationChart"/>
    <dgm:cxn modelId="{863F4430-530C-4087-B633-A5ABC1B789A8}" srcId="{E2DBCC41-031B-44F3-B919-99FE6CEF0A2A}" destId="{5F005F88-37CE-4BE5-BD99-049EB25D3F20}" srcOrd="1" destOrd="0" parTransId="{031A9BB7-036F-4F85-8FD4-9424B05D0B35}" sibTransId="{AF8FE0E8-BEC7-48C5-B69D-91FBE91458FD}"/>
    <dgm:cxn modelId="{A7C92641-C3C5-42B2-B6F6-FAFD27B2338A}" type="presOf" srcId="{F7ECC127-AF52-4CF0-AF5E-3CBBAC73D1B7}" destId="{01C18E8F-CBF3-43F2-ACDE-A54DB4425CE6}" srcOrd="1" destOrd="0" presId="urn:microsoft.com/office/officeart/2009/3/layout/HorizontalOrganizationChart"/>
    <dgm:cxn modelId="{6059B052-5A28-462C-A00E-2CEE45D38563}" type="presOf" srcId="{E2DBCC41-031B-44F3-B919-99FE6CEF0A2A}" destId="{94ED44AB-9ABA-45B3-9AA6-353F8156B72C}" srcOrd="0" destOrd="0" presId="urn:microsoft.com/office/officeart/2009/3/layout/HorizontalOrganizationChart"/>
    <dgm:cxn modelId="{9AFBC775-3A8D-4FEE-AF43-6DF660474DEC}" type="presOf" srcId="{E2DBCC41-031B-44F3-B919-99FE6CEF0A2A}" destId="{AEB95EC3-082A-4A92-A7E2-01C4A9980E1E}" srcOrd="1" destOrd="0" presId="urn:microsoft.com/office/officeart/2009/3/layout/HorizontalOrganizationChart"/>
    <dgm:cxn modelId="{26426D77-5799-42AC-AB68-C8216B3DCEAA}" type="presOf" srcId="{F7ECC127-AF52-4CF0-AF5E-3CBBAC73D1B7}" destId="{31FC5891-7A33-4A46-B07A-A8C2FD65B756}" srcOrd="0" destOrd="0" presId="urn:microsoft.com/office/officeart/2009/3/layout/HorizontalOrganizationChart"/>
    <dgm:cxn modelId="{EBF32659-ADD9-4A0A-9A91-9A8CAFF881D5}" srcId="{E2DBCC41-031B-44F3-B919-99FE6CEF0A2A}" destId="{F7ECC127-AF52-4CF0-AF5E-3CBBAC73D1B7}" srcOrd="2" destOrd="0" parTransId="{76785681-2781-4E6C-B7CC-4FE07616388D}" sibTransId="{641944A9-C758-4D55-ACC8-4D0BF85E1B02}"/>
    <dgm:cxn modelId="{2BA394A8-14D4-4BA5-9533-5874FFB8F5F0}" srcId="{E2DBCC41-031B-44F3-B919-99FE6CEF0A2A}" destId="{25E5153F-86A2-4E6B-A3F7-9191968416D8}" srcOrd="0" destOrd="0" parTransId="{F2654041-0A3D-4C15-9A62-A5DC2E2AA7BD}" sibTransId="{1015E2E8-B08F-4975-89CA-936588CBF8C0}"/>
    <dgm:cxn modelId="{C51B9BB7-97AB-4D6B-9FFF-3DE8E187BA6F}" type="presOf" srcId="{76785681-2781-4E6C-B7CC-4FE07616388D}" destId="{A04CE55A-5161-434F-AFC5-FA29D47ED504}" srcOrd="0" destOrd="0" presId="urn:microsoft.com/office/officeart/2009/3/layout/HorizontalOrganizationChart"/>
    <dgm:cxn modelId="{55CFC4BC-5CE0-4700-B243-697614654372}" type="presOf" srcId="{5F005F88-37CE-4BE5-BD99-049EB25D3F20}" destId="{E13ED1F2-4FD9-414E-9A3D-2B37F19472AD}" srcOrd="1" destOrd="0" presId="urn:microsoft.com/office/officeart/2009/3/layout/HorizontalOrganizationChart"/>
    <dgm:cxn modelId="{83D8F1DF-6778-4569-9BD6-71AE277F476F}" type="presOf" srcId="{5F005F88-37CE-4BE5-BD99-049EB25D3F20}" destId="{3F18E88C-AFCE-4961-BB58-37A4AC9D6D35}" srcOrd="0" destOrd="0" presId="urn:microsoft.com/office/officeart/2009/3/layout/HorizontalOrganizationChart"/>
    <dgm:cxn modelId="{52021AF0-F8C1-4759-ABA8-D9D55450F7B5}" type="presOf" srcId="{0A55AF87-5CAE-4E5C-8AA4-739ECFC268A2}" destId="{1BE54DBC-DB51-4432-8E18-86C375CF6746}" srcOrd="0" destOrd="0" presId="urn:microsoft.com/office/officeart/2009/3/layout/HorizontalOrganizationChart"/>
    <dgm:cxn modelId="{26CE8EFA-1A32-444D-943E-5F01DB407A63}" srcId="{0A55AF87-5CAE-4E5C-8AA4-739ECFC268A2}" destId="{E2DBCC41-031B-44F3-B919-99FE6CEF0A2A}" srcOrd="0" destOrd="0" parTransId="{C5AE57D5-9A60-40BD-B5D0-DF7A2E888095}" sibTransId="{3BCEA22B-6E9F-4FAD-BE1D-6B981F410716}"/>
    <dgm:cxn modelId="{2759D816-7B9E-4FDC-AF7C-0E969C8AF356}" type="presParOf" srcId="{1BE54DBC-DB51-4432-8E18-86C375CF6746}" destId="{5A79E632-D05F-4F63-8200-C5BDDB783377}" srcOrd="0" destOrd="0" presId="urn:microsoft.com/office/officeart/2009/3/layout/HorizontalOrganizationChart"/>
    <dgm:cxn modelId="{529D77B0-DE0D-43D7-BD02-C69C6B5F5320}" type="presParOf" srcId="{5A79E632-D05F-4F63-8200-C5BDDB783377}" destId="{A63F96AD-55B0-4B43-AFB0-4D8814F9AB92}" srcOrd="0" destOrd="0" presId="urn:microsoft.com/office/officeart/2009/3/layout/HorizontalOrganizationChart"/>
    <dgm:cxn modelId="{B553B6A2-768F-459C-8B28-579A7172C267}" type="presParOf" srcId="{A63F96AD-55B0-4B43-AFB0-4D8814F9AB92}" destId="{94ED44AB-9ABA-45B3-9AA6-353F8156B72C}" srcOrd="0" destOrd="0" presId="urn:microsoft.com/office/officeart/2009/3/layout/HorizontalOrganizationChart"/>
    <dgm:cxn modelId="{5AFF23A4-EB8F-4E43-9E20-4B17E5D28257}" type="presParOf" srcId="{A63F96AD-55B0-4B43-AFB0-4D8814F9AB92}" destId="{AEB95EC3-082A-4A92-A7E2-01C4A9980E1E}" srcOrd="1" destOrd="0" presId="urn:microsoft.com/office/officeart/2009/3/layout/HorizontalOrganizationChart"/>
    <dgm:cxn modelId="{FFC3CE2B-10D1-47D9-9C46-4AD105C162A3}" type="presParOf" srcId="{5A79E632-D05F-4F63-8200-C5BDDB783377}" destId="{B324C50D-C6DD-4414-84FC-EA495A1B2C03}" srcOrd="1" destOrd="0" presId="urn:microsoft.com/office/officeart/2009/3/layout/HorizontalOrganizationChart"/>
    <dgm:cxn modelId="{4F4F7791-C6FF-4BDC-A510-CA5857FFD17C}" type="presParOf" srcId="{B324C50D-C6DD-4414-84FC-EA495A1B2C03}" destId="{84234992-402D-4D0F-AE31-E6C0250F27AB}" srcOrd="0" destOrd="0" presId="urn:microsoft.com/office/officeart/2009/3/layout/HorizontalOrganizationChart"/>
    <dgm:cxn modelId="{E0107E89-68F0-4DD9-9D95-7CF11584954B}" type="presParOf" srcId="{B324C50D-C6DD-4414-84FC-EA495A1B2C03}" destId="{E558F2DF-F5E7-4BA7-A0A7-202696B1DFDA}" srcOrd="1" destOrd="0" presId="urn:microsoft.com/office/officeart/2009/3/layout/HorizontalOrganizationChart"/>
    <dgm:cxn modelId="{30D586E0-8E2C-4C97-91D2-7F0554390AF0}" type="presParOf" srcId="{E558F2DF-F5E7-4BA7-A0A7-202696B1DFDA}" destId="{E5E8B4BA-C414-4286-A685-7F797217277D}" srcOrd="0" destOrd="0" presId="urn:microsoft.com/office/officeart/2009/3/layout/HorizontalOrganizationChart"/>
    <dgm:cxn modelId="{25D01B47-7807-4E20-9382-1849CC8219E7}" type="presParOf" srcId="{E5E8B4BA-C414-4286-A685-7F797217277D}" destId="{95E25A93-D807-4C1A-8C9B-5B4015DACBFF}" srcOrd="0" destOrd="0" presId="urn:microsoft.com/office/officeart/2009/3/layout/HorizontalOrganizationChart"/>
    <dgm:cxn modelId="{955D1982-0EC5-4350-96E2-E6E14E9DDF0D}" type="presParOf" srcId="{E5E8B4BA-C414-4286-A685-7F797217277D}" destId="{D92050B4-5323-47E5-BF51-E8B559060B71}" srcOrd="1" destOrd="0" presId="urn:microsoft.com/office/officeart/2009/3/layout/HorizontalOrganizationChart"/>
    <dgm:cxn modelId="{25DD71C7-17E9-40DE-8C5A-D220B242AE07}" type="presParOf" srcId="{E558F2DF-F5E7-4BA7-A0A7-202696B1DFDA}" destId="{3A5820A1-6EB7-49C9-980F-A84D8217C1B8}" srcOrd="1" destOrd="0" presId="urn:microsoft.com/office/officeart/2009/3/layout/HorizontalOrganizationChart"/>
    <dgm:cxn modelId="{94D93033-4093-4970-A352-8F52B6AB6331}" type="presParOf" srcId="{E558F2DF-F5E7-4BA7-A0A7-202696B1DFDA}" destId="{13558270-39E8-49E0-931E-DF5F0D935220}" srcOrd="2" destOrd="0" presId="urn:microsoft.com/office/officeart/2009/3/layout/HorizontalOrganizationChart"/>
    <dgm:cxn modelId="{2D0A003D-8F6D-40C8-891D-7E90B3EEF964}" type="presParOf" srcId="{B324C50D-C6DD-4414-84FC-EA495A1B2C03}" destId="{6C785114-F481-4FF0-95B1-95B58F3496B0}" srcOrd="2" destOrd="0" presId="urn:microsoft.com/office/officeart/2009/3/layout/HorizontalOrganizationChart"/>
    <dgm:cxn modelId="{6BFBCDCC-A393-4D5C-B50D-9BA74B0BCC76}" type="presParOf" srcId="{B324C50D-C6DD-4414-84FC-EA495A1B2C03}" destId="{3E33C572-95AB-4B58-8206-C7EEC71D0576}" srcOrd="3" destOrd="0" presId="urn:microsoft.com/office/officeart/2009/3/layout/HorizontalOrganizationChart"/>
    <dgm:cxn modelId="{210F670C-79CD-4486-A06F-C246894EF3A7}" type="presParOf" srcId="{3E33C572-95AB-4B58-8206-C7EEC71D0576}" destId="{EE638728-9962-41AA-89F6-4A039F95DCD6}" srcOrd="0" destOrd="0" presId="urn:microsoft.com/office/officeart/2009/3/layout/HorizontalOrganizationChart"/>
    <dgm:cxn modelId="{C4C1FBD7-E4FC-4141-AA97-648A899683F0}" type="presParOf" srcId="{EE638728-9962-41AA-89F6-4A039F95DCD6}" destId="{3F18E88C-AFCE-4961-BB58-37A4AC9D6D35}" srcOrd="0" destOrd="0" presId="urn:microsoft.com/office/officeart/2009/3/layout/HorizontalOrganizationChart"/>
    <dgm:cxn modelId="{6DBA5DEA-EFC3-47CE-99E6-CCA16C038FCD}" type="presParOf" srcId="{EE638728-9962-41AA-89F6-4A039F95DCD6}" destId="{E13ED1F2-4FD9-414E-9A3D-2B37F19472AD}" srcOrd="1" destOrd="0" presId="urn:microsoft.com/office/officeart/2009/3/layout/HorizontalOrganizationChart"/>
    <dgm:cxn modelId="{EB9DDA7F-E5CE-4B42-8D8C-30715EA2A7C9}" type="presParOf" srcId="{3E33C572-95AB-4B58-8206-C7EEC71D0576}" destId="{7E8C87C9-18B3-4678-882E-FFCA06E0164A}" srcOrd="1" destOrd="0" presId="urn:microsoft.com/office/officeart/2009/3/layout/HorizontalOrganizationChart"/>
    <dgm:cxn modelId="{6FC81760-466E-4FFB-87F6-C9DB657FC3A8}" type="presParOf" srcId="{3E33C572-95AB-4B58-8206-C7EEC71D0576}" destId="{52706E50-DD3C-4C8F-AD9A-A105268356ED}" srcOrd="2" destOrd="0" presId="urn:microsoft.com/office/officeart/2009/3/layout/HorizontalOrganizationChart"/>
    <dgm:cxn modelId="{D3C8CDE0-531A-4A1B-AE1F-EA190E1AC4C6}" type="presParOf" srcId="{B324C50D-C6DD-4414-84FC-EA495A1B2C03}" destId="{A04CE55A-5161-434F-AFC5-FA29D47ED504}" srcOrd="4" destOrd="0" presId="urn:microsoft.com/office/officeart/2009/3/layout/HorizontalOrganizationChart"/>
    <dgm:cxn modelId="{EA01B1AE-50CF-42CF-B778-BD6446493CAF}" type="presParOf" srcId="{B324C50D-C6DD-4414-84FC-EA495A1B2C03}" destId="{93A46DF0-AC7B-47FB-8D77-0EE82F8288CA}" srcOrd="5" destOrd="0" presId="urn:microsoft.com/office/officeart/2009/3/layout/HorizontalOrganizationChart"/>
    <dgm:cxn modelId="{4811D618-E87B-4E66-89EE-0250CC55D129}" type="presParOf" srcId="{93A46DF0-AC7B-47FB-8D77-0EE82F8288CA}" destId="{DDA29D13-6D42-4DFC-BB84-14F74F2887BD}" srcOrd="0" destOrd="0" presId="urn:microsoft.com/office/officeart/2009/3/layout/HorizontalOrganizationChart"/>
    <dgm:cxn modelId="{14C13BE8-AD55-4758-9BCA-F195934B126D}" type="presParOf" srcId="{DDA29D13-6D42-4DFC-BB84-14F74F2887BD}" destId="{31FC5891-7A33-4A46-B07A-A8C2FD65B756}" srcOrd="0" destOrd="0" presId="urn:microsoft.com/office/officeart/2009/3/layout/HorizontalOrganizationChart"/>
    <dgm:cxn modelId="{150E1CF0-F810-4C6D-B554-F63E4001AAAD}" type="presParOf" srcId="{DDA29D13-6D42-4DFC-BB84-14F74F2887BD}" destId="{01C18E8F-CBF3-43F2-ACDE-A54DB4425CE6}" srcOrd="1" destOrd="0" presId="urn:microsoft.com/office/officeart/2009/3/layout/HorizontalOrganizationChart"/>
    <dgm:cxn modelId="{F10E68D7-F2D4-44B2-A7AB-24E9C2EB1213}" type="presParOf" srcId="{93A46DF0-AC7B-47FB-8D77-0EE82F8288CA}" destId="{3DD4FEE9-503A-48DC-957E-BD8D4FD0531B}" srcOrd="1" destOrd="0" presId="urn:microsoft.com/office/officeart/2009/3/layout/HorizontalOrganizationChart"/>
    <dgm:cxn modelId="{1BEF05B9-9995-43C2-A7D8-DA037ED73888}" type="presParOf" srcId="{93A46DF0-AC7B-47FB-8D77-0EE82F8288CA}" destId="{034D91C1-829D-49EB-8DFB-A6560761AF3C}" srcOrd="2" destOrd="0" presId="urn:microsoft.com/office/officeart/2009/3/layout/HorizontalOrganizationChart"/>
    <dgm:cxn modelId="{5BDF5813-C054-4D0F-B8FA-7DD6156ED393}" type="presParOf" srcId="{5A79E632-D05F-4F63-8200-C5BDDB783377}" destId="{7B916D0E-3488-4E98-A8F7-EC2CD8658EB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3FAA1-5710-461A-B9C0-4A39D8D138A6}">
      <dsp:nvSpPr>
        <dsp:cNvPr id="0" name=""/>
        <dsp:cNvSpPr/>
      </dsp:nvSpPr>
      <dsp:spPr>
        <a:xfrm>
          <a:off x="0" y="370476"/>
          <a:ext cx="8478176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6D48D-AE20-4E7C-8F6A-F38C443C5F50}">
      <dsp:nvSpPr>
        <dsp:cNvPr id="0" name=""/>
        <dsp:cNvSpPr/>
      </dsp:nvSpPr>
      <dsp:spPr>
        <a:xfrm>
          <a:off x="423908" y="75276"/>
          <a:ext cx="593472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318" tIns="0" rIns="2243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Introduction to Gradient Descent</a:t>
          </a:r>
          <a:endParaRPr lang="en-IN" sz="2000" kern="1200" dirty="0"/>
        </a:p>
      </dsp:txBody>
      <dsp:txXfrm>
        <a:off x="452729" y="104097"/>
        <a:ext cx="5877081" cy="532758"/>
      </dsp:txXfrm>
    </dsp:sp>
    <dsp:sp modelId="{E86B89A9-9278-49C8-90BC-8E6C61CC74A6}">
      <dsp:nvSpPr>
        <dsp:cNvPr id="0" name=""/>
        <dsp:cNvSpPr/>
      </dsp:nvSpPr>
      <dsp:spPr>
        <a:xfrm>
          <a:off x="0" y="1277676"/>
          <a:ext cx="8478176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A549D-2E41-4481-830F-D13D82A22A65}">
      <dsp:nvSpPr>
        <dsp:cNvPr id="0" name=""/>
        <dsp:cNvSpPr/>
      </dsp:nvSpPr>
      <dsp:spPr>
        <a:xfrm>
          <a:off x="423908" y="982476"/>
          <a:ext cx="593472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318" tIns="0" rIns="2243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Batch Gradient Descent</a:t>
          </a:r>
          <a:endParaRPr lang="en-IN" sz="2000" kern="1200" dirty="0"/>
        </a:p>
      </dsp:txBody>
      <dsp:txXfrm>
        <a:off x="452729" y="1011297"/>
        <a:ext cx="5877081" cy="532758"/>
      </dsp:txXfrm>
    </dsp:sp>
    <dsp:sp modelId="{67568D69-2116-4F0F-97DC-977848A7DA73}">
      <dsp:nvSpPr>
        <dsp:cNvPr id="0" name=""/>
        <dsp:cNvSpPr/>
      </dsp:nvSpPr>
      <dsp:spPr>
        <a:xfrm>
          <a:off x="0" y="2184876"/>
          <a:ext cx="8478176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94D63-E4AE-424A-8105-13CD4B268430}">
      <dsp:nvSpPr>
        <dsp:cNvPr id="0" name=""/>
        <dsp:cNvSpPr/>
      </dsp:nvSpPr>
      <dsp:spPr>
        <a:xfrm>
          <a:off x="423908" y="1889676"/>
          <a:ext cx="593472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318" tIns="0" rIns="2243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Stochastic Gradient Descent </a:t>
          </a:r>
          <a:endParaRPr lang="en-IN" sz="2000" kern="1200" dirty="0"/>
        </a:p>
      </dsp:txBody>
      <dsp:txXfrm>
        <a:off x="452729" y="1918497"/>
        <a:ext cx="5877081" cy="532758"/>
      </dsp:txXfrm>
    </dsp:sp>
    <dsp:sp modelId="{9D7B6FEC-23B0-479C-88E7-CB9B71951DB0}">
      <dsp:nvSpPr>
        <dsp:cNvPr id="0" name=""/>
        <dsp:cNvSpPr/>
      </dsp:nvSpPr>
      <dsp:spPr>
        <a:xfrm>
          <a:off x="0" y="3092076"/>
          <a:ext cx="8478176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FB07A0-101F-404C-A338-E8382BB64452}">
      <dsp:nvSpPr>
        <dsp:cNvPr id="0" name=""/>
        <dsp:cNvSpPr/>
      </dsp:nvSpPr>
      <dsp:spPr>
        <a:xfrm>
          <a:off x="423908" y="2796876"/>
          <a:ext cx="593472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318" tIns="0" rIns="2243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Mini-Batch Gradient Descent </a:t>
          </a:r>
          <a:endParaRPr lang="en-IN" sz="2000" kern="1200" dirty="0"/>
        </a:p>
      </dsp:txBody>
      <dsp:txXfrm>
        <a:off x="452729" y="2825697"/>
        <a:ext cx="5877081" cy="532758"/>
      </dsp:txXfrm>
    </dsp:sp>
    <dsp:sp modelId="{0A1BEA43-A990-4ECC-9DD1-C8174FC514A1}">
      <dsp:nvSpPr>
        <dsp:cNvPr id="0" name=""/>
        <dsp:cNvSpPr/>
      </dsp:nvSpPr>
      <dsp:spPr>
        <a:xfrm>
          <a:off x="0" y="3999276"/>
          <a:ext cx="8478176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DC1E8-01A4-490C-9660-CB002A70E67D}">
      <dsp:nvSpPr>
        <dsp:cNvPr id="0" name=""/>
        <dsp:cNvSpPr/>
      </dsp:nvSpPr>
      <dsp:spPr>
        <a:xfrm>
          <a:off x="423908" y="3704076"/>
          <a:ext cx="593472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318" tIns="0" rIns="2243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Application of Gradient Descent</a:t>
          </a:r>
          <a:endParaRPr lang="en-IN" sz="2000" kern="1200" dirty="0"/>
        </a:p>
      </dsp:txBody>
      <dsp:txXfrm>
        <a:off x="452729" y="3732897"/>
        <a:ext cx="5877081" cy="532758"/>
      </dsp:txXfrm>
    </dsp:sp>
    <dsp:sp modelId="{F4775AB2-FA38-41F7-AD58-2A410099AEC1}">
      <dsp:nvSpPr>
        <dsp:cNvPr id="0" name=""/>
        <dsp:cNvSpPr/>
      </dsp:nvSpPr>
      <dsp:spPr>
        <a:xfrm>
          <a:off x="0" y="4906476"/>
          <a:ext cx="8478176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A14862-93F0-4F76-901B-B9952FD18215}">
      <dsp:nvSpPr>
        <dsp:cNvPr id="0" name=""/>
        <dsp:cNvSpPr/>
      </dsp:nvSpPr>
      <dsp:spPr>
        <a:xfrm>
          <a:off x="423908" y="4611276"/>
          <a:ext cx="593472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318" tIns="0" rIns="2243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Reference</a:t>
          </a:r>
          <a:endParaRPr lang="en-IN" sz="2000" kern="1200" dirty="0"/>
        </a:p>
      </dsp:txBody>
      <dsp:txXfrm>
        <a:off x="452729" y="4640097"/>
        <a:ext cx="5877081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CE55A-5161-434F-AFC5-FA29D47ED504}">
      <dsp:nvSpPr>
        <dsp:cNvPr id="0" name=""/>
        <dsp:cNvSpPr/>
      </dsp:nvSpPr>
      <dsp:spPr>
        <a:xfrm>
          <a:off x="4035468" y="1754832"/>
          <a:ext cx="572953" cy="11482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6476" y="0"/>
              </a:lnTo>
              <a:lnTo>
                <a:pt x="286476" y="1148204"/>
              </a:lnTo>
              <a:lnTo>
                <a:pt x="572953" y="11482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785114-F481-4FF0-95B1-95B58F3496B0}">
      <dsp:nvSpPr>
        <dsp:cNvPr id="0" name=""/>
        <dsp:cNvSpPr/>
      </dsp:nvSpPr>
      <dsp:spPr>
        <a:xfrm>
          <a:off x="4035468" y="1625467"/>
          <a:ext cx="5729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29364"/>
              </a:moveTo>
              <a:lnTo>
                <a:pt x="286476" y="129364"/>
              </a:lnTo>
              <a:lnTo>
                <a:pt x="286476" y="45720"/>
              </a:lnTo>
              <a:lnTo>
                <a:pt x="572953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234992-402D-4D0F-AE31-E6C0250F27AB}">
      <dsp:nvSpPr>
        <dsp:cNvPr id="0" name=""/>
        <dsp:cNvSpPr/>
      </dsp:nvSpPr>
      <dsp:spPr>
        <a:xfrm>
          <a:off x="4035468" y="440981"/>
          <a:ext cx="572953" cy="1313851"/>
        </a:xfrm>
        <a:custGeom>
          <a:avLst/>
          <a:gdLst/>
          <a:ahLst/>
          <a:cxnLst/>
          <a:rect l="0" t="0" r="0" b="0"/>
          <a:pathLst>
            <a:path>
              <a:moveTo>
                <a:pt x="0" y="1313851"/>
              </a:moveTo>
              <a:lnTo>
                <a:pt x="286476" y="1313851"/>
              </a:lnTo>
              <a:lnTo>
                <a:pt x="286476" y="0"/>
              </a:lnTo>
              <a:lnTo>
                <a:pt x="57295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ED44AB-9ABA-45B3-9AA6-353F8156B72C}">
      <dsp:nvSpPr>
        <dsp:cNvPr id="0" name=""/>
        <dsp:cNvSpPr/>
      </dsp:nvSpPr>
      <dsp:spPr>
        <a:xfrm>
          <a:off x="1170702" y="1317955"/>
          <a:ext cx="2864766" cy="873753"/>
        </a:xfrm>
        <a:prstGeom prst="rect">
          <a:avLst/>
        </a:prstGeom>
        <a:solidFill>
          <a:schemeClr val="tx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Gradient Descent</a:t>
          </a:r>
          <a:r>
            <a:rPr lang="en-US" sz="2600" kern="1200" dirty="0"/>
            <a:t> </a:t>
          </a:r>
          <a:endParaRPr lang="en-IN" sz="2600" kern="1200" dirty="0"/>
        </a:p>
      </dsp:txBody>
      <dsp:txXfrm>
        <a:off x="1170702" y="1317955"/>
        <a:ext cx="2864766" cy="873753"/>
      </dsp:txXfrm>
    </dsp:sp>
    <dsp:sp modelId="{95E25A93-D807-4C1A-8C9B-5B4015DACBFF}">
      <dsp:nvSpPr>
        <dsp:cNvPr id="0" name=""/>
        <dsp:cNvSpPr/>
      </dsp:nvSpPr>
      <dsp:spPr>
        <a:xfrm>
          <a:off x="4608422" y="4104"/>
          <a:ext cx="2864766" cy="873753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Batch Gradient Descent (BGD) </a:t>
          </a:r>
          <a:endParaRPr lang="en-IN" sz="2600" kern="1200" dirty="0"/>
        </a:p>
      </dsp:txBody>
      <dsp:txXfrm>
        <a:off x="4608422" y="4104"/>
        <a:ext cx="2864766" cy="873753"/>
      </dsp:txXfrm>
    </dsp:sp>
    <dsp:sp modelId="{3F18E88C-AFCE-4961-BB58-37A4AC9D6D35}">
      <dsp:nvSpPr>
        <dsp:cNvPr id="0" name=""/>
        <dsp:cNvSpPr/>
      </dsp:nvSpPr>
      <dsp:spPr>
        <a:xfrm>
          <a:off x="4608422" y="1234311"/>
          <a:ext cx="2864766" cy="873753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Stochastic Gradient Descent (SGD) </a:t>
          </a:r>
          <a:endParaRPr lang="en-IN" sz="2600" kern="1200" dirty="0"/>
        </a:p>
      </dsp:txBody>
      <dsp:txXfrm>
        <a:off x="4608422" y="1234311"/>
        <a:ext cx="2864766" cy="873753"/>
      </dsp:txXfrm>
    </dsp:sp>
    <dsp:sp modelId="{31FC5891-7A33-4A46-B07A-A8C2FD65B756}">
      <dsp:nvSpPr>
        <dsp:cNvPr id="0" name=""/>
        <dsp:cNvSpPr/>
      </dsp:nvSpPr>
      <dsp:spPr>
        <a:xfrm>
          <a:off x="4608422" y="2466160"/>
          <a:ext cx="2864766" cy="873753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Mini-Batch Gradient Descent (MBGD) </a:t>
          </a:r>
          <a:endParaRPr lang="en-IN" sz="2600" kern="1200" dirty="0"/>
        </a:p>
      </dsp:txBody>
      <dsp:txXfrm>
        <a:off x="4608422" y="2466160"/>
        <a:ext cx="2864766" cy="873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scikit-learn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kaggle.com/" TargetMode="External"/><Relationship Id="rId5" Type="http://schemas.openxmlformats.org/officeDocument/2006/relationships/hyperlink" Target="https://en.wikipedia.org/wiki/Machine_learning" TargetMode="External"/><Relationship Id="rId4" Type="http://schemas.openxmlformats.org/officeDocument/2006/relationships/hyperlink" Target="https://www.geeksforgeeks.org/machine-learn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Udita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57517-6761-4650-9919-63E6FD78A4C1}"/>
              </a:ext>
            </a:extLst>
          </p:cNvPr>
          <p:cNvSpPr txBox="1"/>
          <p:nvPr/>
        </p:nvSpPr>
        <p:spPr>
          <a:xfrm>
            <a:off x="310718" y="120228"/>
            <a:ext cx="4483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Table of Content</a:t>
            </a:r>
            <a:endParaRPr lang="en-IN" sz="2800" b="1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B491942A-BB7C-43C7-AB44-194AEB2FA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779489"/>
              </p:ext>
            </p:extLst>
          </p:nvPr>
        </p:nvGraphicFramePr>
        <p:xfrm>
          <a:off x="-1" y="845965"/>
          <a:ext cx="8478176" cy="5485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7324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71835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55D87-C366-417C-BEF6-C423413EC05E}"/>
              </a:ext>
            </a:extLst>
          </p:cNvPr>
          <p:cNvSpPr txBox="1"/>
          <p:nvPr/>
        </p:nvSpPr>
        <p:spPr>
          <a:xfrm>
            <a:off x="-8872" y="304289"/>
            <a:ext cx="609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 to Gradient Descent</a:t>
            </a:r>
            <a:endParaRPr lang="en-IN" sz="28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8583D-CC58-44B3-9AA5-86157C2CCEBC}"/>
              </a:ext>
            </a:extLst>
          </p:cNvPr>
          <p:cNvSpPr/>
          <p:nvPr/>
        </p:nvSpPr>
        <p:spPr>
          <a:xfrm>
            <a:off x="8875" y="633980"/>
            <a:ext cx="1219199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Gradient Descent</a:t>
            </a:r>
            <a:r>
              <a:rPr lang="en-US" dirty="0"/>
              <a:t> is an optimization algorithm used in </a:t>
            </a:r>
            <a:r>
              <a:rPr lang="en-US" b="1" dirty="0"/>
              <a:t>machine learning</a:t>
            </a:r>
            <a:r>
              <a:rPr lang="en-US" dirty="0"/>
              <a:t> to minimize the </a:t>
            </a:r>
            <a:r>
              <a:rPr lang="en-US" b="1" dirty="0"/>
              <a:t>loss (cost) function</a:t>
            </a:r>
            <a:r>
              <a:rPr lang="en-US" dirty="0"/>
              <a:t> by adjusting the model's parameters (weights and biases).</a:t>
            </a: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How Gradient Descent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algorithm follows these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Initialize parameters</a:t>
            </a:r>
            <a:r>
              <a:rPr lang="en-US" dirty="0"/>
              <a:t> (weights) with random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Calculate the loss</a:t>
            </a:r>
            <a:r>
              <a:rPr lang="en-US" dirty="0"/>
              <a:t> using the current parameters.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Compute the gradient</a:t>
            </a:r>
            <a:r>
              <a:rPr lang="en-US" dirty="0"/>
              <a:t>, which indicates the direction of the steepest increase in the loss.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Update the parameters</a:t>
            </a:r>
            <a:r>
              <a:rPr lang="en-US" dirty="0"/>
              <a:t> by moving them in the opposite direction of the gradient (toward lower loss).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Repeat</a:t>
            </a:r>
            <a:r>
              <a:rPr lang="en-US" dirty="0"/>
              <a:t> until the loss stops decreasing significantly or a maximum number of iterations is reached.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Formula                                                  </a:t>
            </a:r>
          </a:p>
          <a:p>
            <a:endParaRPr lang="en-US" dirty="0"/>
          </a:p>
          <a:p>
            <a:r>
              <a:rPr lang="en-US" dirty="0"/>
              <a:t>Where:</a:t>
            </a:r>
          </a:p>
          <a:p>
            <a:r>
              <a:rPr lang="en-US" b="1" dirty="0"/>
              <a:t>θ</a:t>
            </a:r>
            <a:r>
              <a:rPr lang="en-US" dirty="0"/>
              <a:t> = model parameter(weight and biases)</a:t>
            </a:r>
          </a:p>
          <a:p>
            <a:r>
              <a:rPr lang="en-US" b="1" dirty="0"/>
              <a:t>α </a:t>
            </a:r>
            <a:r>
              <a:rPr lang="en-US" dirty="0"/>
              <a:t>= Learning rate </a:t>
            </a:r>
          </a:p>
          <a:p>
            <a:r>
              <a:rPr lang="en-US" b="1" dirty="0"/>
              <a:t>J(</a:t>
            </a:r>
            <a:r>
              <a:rPr lang="el-GR" b="1" dirty="0"/>
              <a:t>θ</a:t>
            </a:r>
            <a:r>
              <a:rPr lang="en-US" b="1" dirty="0"/>
              <a:t>) </a:t>
            </a:r>
            <a:r>
              <a:rPr lang="en-US" dirty="0"/>
              <a:t>= cost(loss) function</a:t>
            </a:r>
          </a:p>
          <a:p>
            <a:r>
              <a:rPr lang="en-US" b="1" dirty="0"/>
              <a:t>∂J(</a:t>
            </a:r>
            <a:r>
              <a:rPr lang="el-GR" b="1" dirty="0"/>
              <a:t>θ</a:t>
            </a:r>
            <a:r>
              <a:rPr lang="en-US" b="1" dirty="0"/>
              <a:t>)/∂</a:t>
            </a:r>
            <a:r>
              <a:rPr lang="el-GR" b="1" dirty="0"/>
              <a:t>θ</a:t>
            </a:r>
            <a:r>
              <a:rPr lang="en-US" dirty="0"/>
              <a:t>= Gradient of the cost function with respect to the weight </a:t>
            </a: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199E1E-E764-42CC-9714-B500BC7EBD3A}"/>
              </a:ext>
            </a:extLst>
          </p:cNvPr>
          <p:cNvSpPr/>
          <p:nvPr/>
        </p:nvSpPr>
        <p:spPr>
          <a:xfrm>
            <a:off x="12646" y="3674875"/>
            <a:ext cx="5299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 mathematics:</a:t>
            </a:r>
            <a:r>
              <a:rPr lang="en-US" dirty="0"/>
              <a:t> Gradient = slope of a line or curve.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846060-CCEB-47E9-BF59-99C555D50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020" y="4148739"/>
            <a:ext cx="1486107" cy="7621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96526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1304954-83B4-44A5-AE73-04CCA4ECA6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9755866"/>
              </p:ext>
            </p:extLst>
          </p:nvPr>
        </p:nvGraphicFramePr>
        <p:xfrm>
          <a:off x="153880" y="3090227"/>
          <a:ext cx="8643891" cy="3342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E65B9B2B-B588-4969-86E8-9E8B7B99B0C8}"/>
              </a:ext>
            </a:extLst>
          </p:cNvPr>
          <p:cNvSpPr/>
          <p:nvPr/>
        </p:nvSpPr>
        <p:spPr>
          <a:xfrm>
            <a:off x="0" y="888468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Example</a:t>
            </a:r>
          </a:p>
          <a:p>
            <a:r>
              <a:rPr lang="en-US" dirty="0"/>
              <a:t>Suppose a model has: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Current weight w =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Gradient =2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rate =0.1</a:t>
            </a:r>
          </a:p>
          <a:p>
            <a:r>
              <a:rPr lang="en-US" dirty="0"/>
              <a:t>                          w=5−(0.1×2)=4.8 </a:t>
            </a:r>
          </a:p>
          <a:p>
            <a:r>
              <a:rPr lang="en-US" dirty="0"/>
              <a:t>The weight moves from </a:t>
            </a:r>
            <a:r>
              <a:rPr lang="en-US" b="1" dirty="0"/>
              <a:t>5</a:t>
            </a:r>
            <a:r>
              <a:rPr lang="en-US" dirty="0"/>
              <a:t> to </a:t>
            </a:r>
            <a:r>
              <a:rPr lang="en-US" b="1" dirty="0"/>
              <a:t>4.8</a:t>
            </a:r>
            <a:r>
              <a:rPr lang="en-US" dirty="0"/>
              <a:t>, reducing the loss.</a:t>
            </a:r>
          </a:p>
        </p:txBody>
      </p:sp>
    </p:spTree>
    <p:extLst>
      <p:ext uri="{BB962C8B-B14F-4D97-AF65-F5344CB8AC3E}">
        <p14:creationId xmlns:p14="http://schemas.microsoft.com/office/powerpoint/2010/main" val="307976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E7AAA2-1344-40CF-8C36-87AA148BCB7D}"/>
              </a:ext>
            </a:extLst>
          </p:cNvPr>
          <p:cNvSpPr/>
          <p:nvPr/>
        </p:nvSpPr>
        <p:spPr>
          <a:xfrm>
            <a:off x="77171" y="225909"/>
            <a:ext cx="115112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Types of Gradient Descent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341592-8F4A-4683-AF64-BAD46F49EFBB}"/>
              </a:ext>
            </a:extLst>
          </p:cNvPr>
          <p:cNvSpPr/>
          <p:nvPr/>
        </p:nvSpPr>
        <p:spPr>
          <a:xfrm>
            <a:off x="17756" y="879200"/>
            <a:ext cx="7954067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Batch Gradient Descent (BGD) : </a:t>
            </a:r>
            <a:r>
              <a:rPr lang="en-US" b="1" dirty="0"/>
              <a:t>Batch Gradient Descent (BGD)</a:t>
            </a:r>
            <a:r>
              <a:rPr lang="en-US" dirty="0"/>
              <a:t> is an optimization algorithm in machine learning that </a:t>
            </a:r>
            <a:r>
              <a:rPr lang="en-US" b="1" dirty="0"/>
              <a:t>uses the entire training dataset</a:t>
            </a:r>
            <a:r>
              <a:rPr lang="en-US" dirty="0"/>
              <a:t> to calculate the gradient (slope of the loss function) and updates the model parameters (weights and biases) </a:t>
            </a:r>
            <a:r>
              <a:rPr lang="en-US" b="1" dirty="0"/>
              <a:t>once after processing all training examples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Working of Batch Gradient Descent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 the model parameters randomly.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</a:t>
            </a:r>
            <a:r>
              <a:rPr lang="en-US" b="1" dirty="0"/>
              <a:t>entire training dataset</a:t>
            </a:r>
            <a:r>
              <a:rPr lang="en-US" dirty="0"/>
              <a:t> to calculate the average of total loss.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the gradient for all training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the weights once.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 the process until the loss is minimized or the model converges.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Formula</a:t>
            </a:r>
            <a:r>
              <a:rPr lang="en-IN" b="1" dirty="0"/>
              <a:t>                                        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Where:</a:t>
            </a:r>
          </a:p>
          <a:p>
            <a:r>
              <a:rPr lang="en-US" b="1" dirty="0"/>
              <a:t>w</a:t>
            </a:r>
            <a:r>
              <a:rPr lang="en-US" dirty="0"/>
              <a:t> = Model parameter (weight) </a:t>
            </a:r>
          </a:p>
          <a:p>
            <a:r>
              <a:rPr lang="en-US" b="1" dirty="0"/>
              <a:t>α (alpha)</a:t>
            </a:r>
            <a:r>
              <a:rPr lang="en-US" dirty="0"/>
              <a:t> = Learning rate </a:t>
            </a:r>
          </a:p>
          <a:p>
            <a:r>
              <a:rPr lang="en-US" b="1" dirty="0"/>
              <a:t>J(w)</a:t>
            </a:r>
            <a:r>
              <a:rPr lang="en-US" dirty="0"/>
              <a:t> = Loss (cost) function </a:t>
            </a:r>
          </a:p>
          <a:p>
            <a:r>
              <a:rPr lang="en-US" b="1" dirty="0"/>
              <a:t>∂J(w)/∂w</a:t>
            </a:r>
            <a:r>
              <a:rPr lang="en-US" dirty="0"/>
              <a:t> = Gradient computed using the </a:t>
            </a:r>
            <a:r>
              <a:rPr lang="en-US" b="1" dirty="0"/>
              <a:t>entire dataset</a:t>
            </a:r>
            <a:endParaRPr lang="en-US" dirty="0"/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92C351-7CC9-4138-A01C-7DBE4EF87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481" y="4530610"/>
            <a:ext cx="1876687" cy="5430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DB362A3-2DDC-4C52-8539-516FF7984982}"/>
              </a:ext>
            </a:extLst>
          </p:cNvPr>
          <p:cNvSpPr/>
          <p:nvPr/>
        </p:nvSpPr>
        <p:spPr>
          <a:xfrm>
            <a:off x="7954067" y="1952490"/>
            <a:ext cx="3539231" cy="4247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 Training Dataset</a:t>
            </a:r>
          </a:p>
          <a:p>
            <a:r>
              <a:rPr lang="en-IN" dirty="0"/>
              <a:t>     (All Training Samples)</a:t>
            </a:r>
          </a:p>
          <a:p>
            <a:r>
              <a:rPr lang="en-IN" dirty="0"/>
              <a:t>               │</a:t>
            </a:r>
          </a:p>
          <a:p>
            <a:r>
              <a:rPr lang="en-IN" dirty="0"/>
              <a:t>              ▼</a:t>
            </a:r>
          </a:p>
          <a:p>
            <a:r>
              <a:rPr lang="en-IN" dirty="0"/>
              <a:t>      Calculate Total Loss</a:t>
            </a:r>
          </a:p>
          <a:p>
            <a:r>
              <a:rPr lang="en-IN" dirty="0"/>
              <a:t>               │</a:t>
            </a:r>
          </a:p>
          <a:p>
            <a:r>
              <a:rPr lang="en-IN" dirty="0"/>
              <a:t>              ▼</a:t>
            </a:r>
          </a:p>
          <a:p>
            <a:r>
              <a:rPr lang="en-IN" dirty="0"/>
              <a:t>       Compute Gradient</a:t>
            </a:r>
          </a:p>
          <a:p>
            <a:r>
              <a:rPr lang="en-IN" dirty="0"/>
              <a:t>      (Using Entire Dataset)</a:t>
            </a:r>
          </a:p>
          <a:p>
            <a:r>
              <a:rPr lang="en-IN" dirty="0"/>
              <a:t>               │</a:t>
            </a:r>
          </a:p>
          <a:p>
            <a:r>
              <a:rPr lang="en-IN" dirty="0"/>
              <a:t>              ▼</a:t>
            </a:r>
          </a:p>
          <a:p>
            <a:r>
              <a:rPr lang="en-IN" dirty="0"/>
              <a:t>         Update Weights</a:t>
            </a:r>
          </a:p>
          <a:p>
            <a:r>
              <a:rPr lang="en-IN" dirty="0"/>
              <a:t>               │</a:t>
            </a:r>
          </a:p>
          <a:p>
            <a:r>
              <a:rPr lang="en-IN" dirty="0"/>
              <a:t>              ▼</a:t>
            </a:r>
          </a:p>
          <a:p>
            <a:r>
              <a:rPr lang="en-IN" dirty="0"/>
              <a:t>      Repeat Until Minimum Loss</a:t>
            </a:r>
          </a:p>
        </p:txBody>
      </p:sp>
    </p:spTree>
    <p:extLst>
      <p:ext uri="{BB962C8B-B14F-4D97-AF65-F5344CB8AC3E}">
        <p14:creationId xmlns:p14="http://schemas.microsoft.com/office/powerpoint/2010/main" val="357598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6083E2-7DA0-4601-88FE-5E0CBA82A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27" y="1035988"/>
            <a:ext cx="6115904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51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E2900-2A9A-4F9B-B18F-7836BF903C08}"/>
              </a:ext>
            </a:extLst>
          </p:cNvPr>
          <p:cNvSpPr/>
          <p:nvPr/>
        </p:nvSpPr>
        <p:spPr>
          <a:xfrm>
            <a:off x="8872" y="850191"/>
            <a:ext cx="8629101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 startAt="2"/>
            </a:pPr>
            <a:r>
              <a:rPr lang="en-IN" sz="2000" b="1" dirty="0"/>
              <a:t>Stochastic Gradient Descent (SGD) : </a:t>
            </a:r>
            <a:r>
              <a:rPr lang="en-US" b="1" dirty="0"/>
              <a:t>Stochastic Gradient Descent (SGD)</a:t>
            </a:r>
            <a:r>
              <a:rPr lang="en-US" dirty="0"/>
              <a:t> is an optimization algorithm in machine learning  that </a:t>
            </a:r>
            <a:r>
              <a:rPr lang="en-US" b="1" dirty="0"/>
              <a:t>updates the model parameters (weights and biases) after processing each individual training example</a:t>
            </a:r>
            <a:r>
              <a:rPr lang="en-US" dirty="0"/>
              <a:t>, instead of using the entire dataset.</a:t>
            </a:r>
          </a:p>
          <a:p>
            <a:r>
              <a:rPr lang="en-US" dirty="0"/>
              <a:t>         The word </a:t>
            </a:r>
            <a:r>
              <a:rPr lang="en-US" b="1" dirty="0"/>
              <a:t>"stochastic"</a:t>
            </a:r>
            <a:r>
              <a:rPr lang="en-US" dirty="0"/>
              <a:t> means </a:t>
            </a:r>
            <a:r>
              <a:rPr lang="en-US" b="1" dirty="0"/>
              <a:t>random</a:t>
            </a:r>
            <a:r>
              <a:rPr lang="en-US" dirty="0"/>
              <a:t>, because the training samples are usually</a:t>
            </a:r>
          </a:p>
          <a:p>
            <a:r>
              <a:rPr lang="en-US" dirty="0"/>
              <a:t>          selected in random order.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Working of Stochastic Gradient Descent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Initialize the model parameters randomly.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Select </a:t>
            </a:r>
            <a:r>
              <a:rPr lang="en-US" b="1" dirty="0"/>
              <a:t>one training example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Calculate the prediction and loss for that example.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Compute the gradient.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Update the weights immediately.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 the process for every training example until the model converges.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Formula</a:t>
            </a: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Where:</a:t>
            </a:r>
          </a:p>
          <a:p>
            <a:r>
              <a:rPr lang="en-US" b="1" dirty="0"/>
              <a:t>w</a:t>
            </a:r>
            <a:r>
              <a:rPr lang="en-US" dirty="0"/>
              <a:t> = Model parameter (weight) </a:t>
            </a:r>
          </a:p>
          <a:p>
            <a:r>
              <a:rPr lang="en-US" b="1" dirty="0"/>
              <a:t>α (alpha)</a:t>
            </a:r>
            <a:r>
              <a:rPr lang="en-US" dirty="0"/>
              <a:t> = Learning rate </a:t>
            </a:r>
          </a:p>
          <a:p>
            <a:r>
              <a:rPr lang="en-US" b="1" dirty="0"/>
              <a:t>Jᵢ(w)</a:t>
            </a:r>
            <a:r>
              <a:rPr lang="en-US" dirty="0"/>
              <a:t> = Loss for the </a:t>
            </a:r>
            <a:r>
              <a:rPr lang="en-US" b="1" dirty="0"/>
              <a:t>i-th training example</a:t>
            </a:r>
            <a:r>
              <a:rPr lang="en-US" dirty="0"/>
              <a:t> </a:t>
            </a:r>
          </a:p>
          <a:p>
            <a:r>
              <a:rPr lang="en-US" b="1" dirty="0"/>
              <a:t>∂Jᵢ(w)/∂w</a:t>
            </a:r>
            <a:r>
              <a:rPr lang="en-US" dirty="0"/>
              <a:t> = Gradient calculated from a </a:t>
            </a:r>
            <a:r>
              <a:rPr lang="en-US" b="1" dirty="0"/>
              <a:t>single training example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      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1A802A-F4E9-4DDC-85EB-C8EEDD646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942" y="4591473"/>
            <a:ext cx="1609950" cy="6954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C78FB6-1816-4072-81F2-2FDDE3E1FD94}"/>
              </a:ext>
            </a:extLst>
          </p:cNvPr>
          <p:cNvSpPr/>
          <p:nvPr/>
        </p:nvSpPr>
        <p:spPr>
          <a:xfrm>
            <a:off x="8930852" y="1260566"/>
            <a:ext cx="2864453" cy="50475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400" dirty="0"/>
              <a:t>Training Dataset</a:t>
            </a:r>
            <a:br>
              <a:rPr lang="en-IN" sz="1400" dirty="0"/>
            </a:br>
            <a:r>
              <a:rPr lang="en-IN" sz="1400" dirty="0"/>
              <a:t>┌───────────────────────┐</a:t>
            </a:r>
            <a:br>
              <a:rPr lang="en-IN" sz="1400" dirty="0"/>
            </a:br>
            <a:r>
              <a:rPr lang="en-IN" sz="1400" dirty="0"/>
              <a:t>│ Sample 1 │</a:t>
            </a:r>
            <a:br>
              <a:rPr lang="en-IN" sz="1400" dirty="0"/>
            </a:br>
            <a:r>
              <a:rPr lang="en-IN" sz="1400" dirty="0"/>
              <a:t>│ Sample 2 │</a:t>
            </a:r>
            <a:br>
              <a:rPr lang="en-IN" sz="1400" dirty="0"/>
            </a:br>
            <a:r>
              <a:rPr lang="en-IN" sz="1400" dirty="0"/>
              <a:t>│ Sample 3 │</a:t>
            </a:r>
            <a:br>
              <a:rPr lang="en-IN" sz="1400" dirty="0"/>
            </a:br>
            <a:r>
              <a:rPr lang="en-IN" sz="1400" dirty="0"/>
              <a:t>│ ... │</a:t>
            </a:r>
            <a:br>
              <a:rPr lang="en-IN" sz="1400" dirty="0"/>
            </a:br>
            <a:r>
              <a:rPr lang="en-IN" sz="1400" dirty="0"/>
              <a:t>│ Sample N │</a:t>
            </a:r>
            <a:br>
              <a:rPr lang="en-IN" sz="1400" dirty="0"/>
            </a:br>
            <a:r>
              <a:rPr lang="en-IN" sz="1400" dirty="0"/>
              <a:t>└───────────────────────┘</a:t>
            </a:r>
            <a:br>
              <a:rPr lang="en-IN" sz="1400" dirty="0"/>
            </a:br>
            <a:r>
              <a:rPr lang="en-IN" sz="1400" dirty="0"/>
              <a:t>                    │</a:t>
            </a:r>
            <a:br>
              <a:rPr lang="en-IN" sz="1400" dirty="0"/>
            </a:br>
            <a:r>
              <a:rPr lang="en-IN" sz="1400" dirty="0"/>
              <a:t>                   ▼</a:t>
            </a:r>
            <a:br>
              <a:rPr lang="en-IN" sz="1400" dirty="0"/>
            </a:br>
            <a:r>
              <a:rPr lang="en-IN" sz="1400" dirty="0"/>
              <a:t>    Pick One Training Sample</a:t>
            </a:r>
            <a:br>
              <a:rPr lang="en-IN" sz="1400" dirty="0"/>
            </a:br>
            <a:r>
              <a:rPr lang="en-IN" sz="1400" dirty="0"/>
              <a:t>                    │</a:t>
            </a:r>
            <a:br>
              <a:rPr lang="en-IN" sz="1400" dirty="0"/>
            </a:br>
            <a:r>
              <a:rPr lang="en-IN" sz="1400" dirty="0"/>
              <a:t>                   ▼</a:t>
            </a:r>
            <a:br>
              <a:rPr lang="en-IN" sz="1400" dirty="0"/>
            </a:br>
            <a:r>
              <a:rPr lang="en-IN" sz="1400" dirty="0"/>
              <a:t>      Compute Gradient</a:t>
            </a:r>
            <a:br>
              <a:rPr lang="en-IN" sz="1400" dirty="0"/>
            </a:br>
            <a:r>
              <a:rPr lang="en-IN" sz="1400" dirty="0"/>
              <a:t>                   │</a:t>
            </a:r>
            <a:br>
              <a:rPr lang="en-IN" sz="1400" dirty="0"/>
            </a:br>
            <a:r>
              <a:rPr lang="en-IN" sz="1400" dirty="0"/>
              <a:t>                  ▼</a:t>
            </a:r>
            <a:br>
              <a:rPr lang="en-IN" sz="1400" dirty="0"/>
            </a:br>
            <a:r>
              <a:rPr lang="en-IN" sz="1400" dirty="0"/>
              <a:t>        Update Weights</a:t>
            </a:r>
            <a:br>
              <a:rPr lang="en-IN" sz="1400" dirty="0"/>
            </a:br>
            <a:r>
              <a:rPr lang="en-IN" sz="1400" dirty="0"/>
              <a:t>                   │</a:t>
            </a:r>
            <a:br>
              <a:rPr lang="en-IN" sz="1400" dirty="0"/>
            </a:br>
            <a:r>
              <a:rPr lang="en-IN" sz="1400" dirty="0"/>
              <a:t>                  ▼</a:t>
            </a:r>
            <a:br>
              <a:rPr lang="en-IN" sz="1400" dirty="0"/>
            </a:br>
            <a:r>
              <a:rPr lang="en-IN" sz="1400" dirty="0"/>
              <a:t>      Pick Next Training Sample</a:t>
            </a:r>
            <a:br>
              <a:rPr lang="en-IN" sz="1400" dirty="0"/>
            </a:br>
            <a:r>
              <a:rPr lang="en-IN" sz="1400" dirty="0"/>
              <a:t>                   │</a:t>
            </a:r>
            <a:br>
              <a:rPr lang="en-IN" sz="1400" dirty="0"/>
            </a:br>
            <a:r>
              <a:rPr lang="en-IN" sz="1400" dirty="0"/>
              <a:t>                  ▼</a:t>
            </a:r>
            <a:br>
              <a:rPr lang="en-IN" sz="1400" dirty="0"/>
            </a:br>
            <a:r>
              <a:rPr lang="en-IN" sz="1400" dirty="0"/>
              <a:t>Repeat Until All Samples Are Used</a:t>
            </a:r>
          </a:p>
        </p:txBody>
      </p:sp>
    </p:spTree>
    <p:extLst>
      <p:ext uri="{BB962C8B-B14F-4D97-AF65-F5344CB8AC3E}">
        <p14:creationId xmlns:p14="http://schemas.microsoft.com/office/powerpoint/2010/main" val="137294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634787-AED7-42CB-9D31-192F1AE78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25" y="958296"/>
            <a:ext cx="7173607" cy="54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4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7F181AD-8628-4EF2-AA85-AA8FC1687414}"/>
                  </a:ext>
                </a:extLst>
              </p:cNvPr>
              <p:cNvSpPr/>
              <p:nvPr/>
            </p:nvSpPr>
            <p:spPr>
              <a:xfrm>
                <a:off x="0" y="926055"/>
                <a:ext cx="12192000" cy="61863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rabicPeriod" startAt="3"/>
                </a:pPr>
                <a:r>
                  <a:rPr lang="en-IN" sz="2000" b="1" dirty="0"/>
                  <a:t>Mini-Batch Gradient Descent (MBGD) :</a:t>
                </a:r>
                <a:r>
                  <a:rPr lang="en-IN" b="1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b="1" dirty="0"/>
                  <a:t>Mini-Batch Gradient Descent (MBGD)</a:t>
                </a:r>
                <a:r>
                  <a:rPr lang="en-US" dirty="0"/>
                  <a:t> is an optimization algorithm that </a:t>
                </a:r>
                <a:r>
                  <a:rPr lang="en-US" b="1" dirty="0"/>
                  <a:t>updates the model parameters (weights and biases) after processing a small group (mini-batch) of training examples</a:t>
                </a:r>
                <a:r>
                  <a:rPr lang="en-US" dirty="0"/>
                  <a:t> instead of the entire dataset or a single example.</a:t>
                </a:r>
                <a:br>
                  <a:rPr lang="en-IN" b="1" dirty="0">
                    <a:solidFill>
                      <a:schemeClr val="accent4">
                        <a:lumMod val="50000"/>
                      </a:schemeClr>
                    </a:solidFill>
                  </a:rPr>
                </a:br>
                <a:r>
                  <a:rPr lang="en-US" dirty="0"/>
                  <a:t>A mini-batch typically contains </a:t>
                </a:r>
                <a:r>
                  <a:rPr lang="en-US" b="1" dirty="0"/>
                  <a:t>32, 64, 128, or 256</a:t>
                </a:r>
                <a:r>
                  <a:rPr lang="en-US" dirty="0"/>
                  <a:t> training samples.</a:t>
                </a:r>
              </a:p>
              <a:p>
                <a:endParaRPr lang="en-US" b="1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chemeClr val="accent4">
                        <a:lumMod val="50000"/>
                      </a:schemeClr>
                    </a:solidFill>
                  </a:rPr>
                  <a:t>Working of Mini-Batch Gradient Descent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Initialize the model parameters randomly.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Divide the training dataset into </a:t>
                </a:r>
                <a:r>
                  <a:rPr lang="en-US" b="1" dirty="0"/>
                  <a:t>small batches</a:t>
                </a:r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Select one mini-batch.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Calculate the loss and gradient for that mini-batch.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Update the model parameters.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Repeat for all mini-batches until the model converge</a:t>
                </a:r>
                <a:r>
                  <a:rPr lang="en-US" dirty="0">
                    <a:solidFill>
                      <a:schemeClr val="accent4">
                        <a:lumMod val="50000"/>
                      </a:schemeClr>
                    </a:solidFill>
                  </a:rPr>
                  <a:t>s.</a:t>
                </a:r>
              </a:p>
              <a:p>
                <a:endParaRPr lang="en-US" b="1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b="1" dirty="0">
                    <a:solidFill>
                      <a:schemeClr val="accent4">
                        <a:lumMod val="50000"/>
                      </a:schemeClr>
                    </a:solidFill>
                  </a:rPr>
                  <a:t>Formula  </a:t>
                </a:r>
                <a:endParaRPr lang="en-US" b="1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en-US" b="1" dirty="0"/>
                  <a:t>w</a:t>
                </a:r>
                <a:r>
                  <a:rPr lang="en-US" dirty="0"/>
                  <a:t> = Model parameter (weight) </a:t>
                </a:r>
              </a:p>
              <a:p>
                <a:r>
                  <a:rPr lang="en-US" b="1" dirty="0"/>
                  <a:t>α (alpha)</a:t>
                </a:r>
                <a:r>
                  <a:rPr lang="en-US" dirty="0"/>
                  <a:t> = Learning rate </a:t>
                </a:r>
              </a:p>
              <a:p>
                <a:r>
                  <a:rPr lang="en-US" b="1" dirty="0"/>
                  <a:t>m</a:t>
                </a:r>
                <a:r>
                  <a:rPr lang="en-US" dirty="0"/>
                  <a:t> = Number of samples in the mini-batch </a:t>
                </a:r>
              </a:p>
              <a:p>
                <a:r>
                  <a:rPr lang="en-US" b="1" dirty="0"/>
                  <a:t>Jᵢ(w)</a:t>
                </a:r>
                <a:r>
                  <a:rPr lang="en-US" dirty="0"/>
                  <a:t> = Loss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training example </a:t>
                </a:r>
              </a:p>
              <a:p>
                <a:endParaRPr lang="en-IN" sz="20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7F181AD-8628-4EF2-AA85-AA8FC16874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26055"/>
                <a:ext cx="12192000" cy="6186309"/>
              </a:xfrm>
              <a:prstGeom prst="rect">
                <a:avLst/>
              </a:prstGeom>
              <a:blipFill>
                <a:blip r:embed="rId4"/>
                <a:stretch>
                  <a:fillRect l="-550" t="-6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7C016DB-E2F9-4D83-9317-0A05B74E7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780" y="4446441"/>
            <a:ext cx="2057687" cy="8192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91152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CA5C07-C7DD-4673-9DBF-BB808D7DC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03" y="975354"/>
            <a:ext cx="9118595" cy="555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1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19ED09-E695-4460-8969-3EB6F7B00B36}"/>
              </a:ext>
            </a:extLst>
          </p:cNvPr>
          <p:cNvSpPr/>
          <p:nvPr/>
        </p:nvSpPr>
        <p:spPr>
          <a:xfrm>
            <a:off x="3200400" y="29812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C58756-6337-4F77-8A1D-2D4BA912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658092"/>
              </p:ext>
            </p:extLst>
          </p:nvPr>
        </p:nvGraphicFramePr>
        <p:xfrm>
          <a:off x="159797" y="1030559"/>
          <a:ext cx="9871970" cy="5131481"/>
        </p:xfrm>
        <a:graphic>
          <a:graphicData uri="http://schemas.openxmlformats.org/drawingml/2006/table">
            <a:tbl>
              <a:tblPr/>
              <a:tblGrid>
                <a:gridCol w="2359234">
                  <a:extLst>
                    <a:ext uri="{9D8B030D-6E8A-4147-A177-3AD203B41FA5}">
                      <a16:colId xmlns:a16="http://schemas.microsoft.com/office/drawing/2014/main" val="2628912525"/>
                    </a:ext>
                  </a:extLst>
                </a:gridCol>
                <a:gridCol w="2353940">
                  <a:extLst>
                    <a:ext uri="{9D8B030D-6E8A-4147-A177-3AD203B41FA5}">
                      <a16:colId xmlns:a16="http://schemas.microsoft.com/office/drawing/2014/main" val="37505201"/>
                    </a:ext>
                  </a:extLst>
                </a:gridCol>
                <a:gridCol w="2353940">
                  <a:extLst>
                    <a:ext uri="{9D8B030D-6E8A-4147-A177-3AD203B41FA5}">
                      <a16:colId xmlns:a16="http://schemas.microsoft.com/office/drawing/2014/main" val="681284835"/>
                    </a:ext>
                  </a:extLst>
                </a:gridCol>
                <a:gridCol w="2804856">
                  <a:extLst>
                    <a:ext uri="{9D8B030D-6E8A-4147-A177-3AD203B41FA5}">
                      <a16:colId xmlns:a16="http://schemas.microsoft.com/office/drawing/2014/main" val="3825854463"/>
                    </a:ext>
                  </a:extLst>
                </a:gridCol>
              </a:tblGrid>
              <a:tr h="583666">
                <a:tc>
                  <a:txBody>
                    <a:bodyPr/>
                    <a:lstStyle/>
                    <a:p>
                      <a:r>
                        <a:rPr lang="en-IN" sz="1600" b="0" dirty="0"/>
                        <a:t>Feature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/>
                        <a:t>Batch Gradient Descent (BGD)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/>
                        <a:t>Stochastic Gradient Descent (SGD)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Mini-Batch Gradient Descent (MBGD)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52139"/>
                  </a:ext>
                </a:extLst>
              </a:tr>
              <a:tr h="927095">
                <a:tc>
                  <a:txBody>
                    <a:bodyPr/>
                    <a:lstStyle/>
                    <a:p>
                      <a:r>
                        <a:rPr lang="en-IN" sz="1200" b="1"/>
                        <a:t>Definition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Uses the </a:t>
                      </a:r>
                      <a:r>
                        <a:rPr lang="en-US" sz="1200" b="1"/>
                        <a:t>entire dataset</a:t>
                      </a:r>
                      <a:r>
                        <a:rPr lang="en-US" sz="1200"/>
                        <a:t> to calculate the gradient before updating the weights.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Uses </a:t>
                      </a:r>
                      <a:r>
                        <a:rPr lang="en-US" sz="1200" b="1"/>
                        <a:t>one training sample</a:t>
                      </a:r>
                      <a:r>
                        <a:rPr lang="en-US" sz="1200"/>
                        <a:t> at a time to calculate the gradient and update the weights.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Uses a </a:t>
                      </a:r>
                      <a:r>
                        <a:rPr lang="en-US" sz="1200" b="1"/>
                        <a:t>small batch of training samples</a:t>
                      </a:r>
                      <a:r>
                        <a:rPr lang="en-US" sz="1200"/>
                        <a:t> to calculate the gradient and update the weights.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029315"/>
                  </a:ext>
                </a:extLst>
              </a:tr>
              <a:tr h="499206">
                <a:tc>
                  <a:txBody>
                    <a:bodyPr/>
                    <a:lstStyle/>
                    <a:p>
                      <a:r>
                        <a:rPr lang="en-IN" sz="1200" b="1"/>
                        <a:t>Data Used per Update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All training samples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One training sample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 small batch (e.g., 32, 64, 128 samples)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674559"/>
                  </a:ext>
                </a:extLst>
              </a:tr>
              <a:tr h="514910">
                <a:tc>
                  <a:txBody>
                    <a:bodyPr/>
                    <a:lstStyle/>
                    <a:p>
                      <a:r>
                        <a:rPr lang="en-IN" sz="1200" b="1"/>
                        <a:t>Weight Updates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Once after processing the entire dataset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After every training sample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After every mini-batch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7773"/>
                  </a:ext>
                </a:extLst>
              </a:tr>
              <a:tr h="293112">
                <a:tc>
                  <a:txBody>
                    <a:bodyPr/>
                    <a:lstStyle/>
                    <a:p>
                      <a:r>
                        <a:rPr lang="en-IN" sz="1200" b="1"/>
                        <a:t>Speed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Slow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Moderate to Fast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78915"/>
                  </a:ext>
                </a:extLst>
              </a:tr>
              <a:tr h="293112">
                <a:tc>
                  <a:txBody>
                    <a:bodyPr/>
                    <a:lstStyle/>
                    <a:p>
                      <a:r>
                        <a:rPr lang="en-IN" sz="1200" b="1"/>
                        <a:t>Memory Usage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High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Low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Moderate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232996"/>
                  </a:ext>
                </a:extLst>
              </a:tr>
              <a:tr h="514910">
                <a:tc>
                  <a:txBody>
                    <a:bodyPr/>
                    <a:lstStyle/>
                    <a:p>
                      <a:r>
                        <a:rPr lang="en-IN" sz="1200" b="1"/>
                        <a:t>Accuracy of Gradient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High (exact gradient)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Noisy (approximate gradient)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More stable than SGD, less exact than BGD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76129"/>
                  </a:ext>
                </a:extLst>
              </a:tr>
              <a:tr h="293112">
                <a:tc>
                  <a:txBody>
                    <a:bodyPr/>
                    <a:lstStyle/>
                    <a:p>
                      <a:r>
                        <a:rPr lang="en-IN" sz="1200" b="1"/>
                        <a:t>Convergence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Smooth and stable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 but may fluctuate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 and stable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12879"/>
                  </a:ext>
                </a:extLst>
              </a:tr>
              <a:tr h="499206">
                <a:tc>
                  <a:txBody>
                    <a:bodyPr/>
                    <a:lstStyle/>
                    <a:p>
                      <a:r>
                        <a:rPr lang="en-IN" sz="1200" b="1" dirty="0"/>
                        <a:t>Best For</a:t>
                      </a:r>
                      <a:endParaRPr lang="en-IN" sz="1200" dirty="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Small datasets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Very large or streaming datasets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Large datasets and deep learning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547912"/>
                  </a:ext>
                </a:extLst>
              </a:tr>
              <a:tr h="713152">
                <a:tc>
                  <a:txBody>
                    <a:bodyPr/>
                    <a:lstStyle/>
                    <a:p>
                      <a:r>
                        <a:rPr lang="en-IN" sz="1200" b="1"/>
                        <a:t>Example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1,000 student records processed together, then update once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Update after each of the 1,000 student records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Process 100 records at a time, then update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256869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A535EA04-622F-4235-8649-19648317C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579"/>
            <a:ext cx="708738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 Between the Three Types of Gradient Descent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845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7FC51-9152-4314-892B-E5843EC8C8AA}"/>
              </a:ext>
            </a:extLst>
          </p:cNvPr>
          <p:cNvSpPr txBox="1"/>
          <p:nvPr/>
        </p:nvSpPr>
        <p:spPr>
          <a:xfrm>
            <a:off x="0" y="302528"/>
            <a:ext cx="7430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Application of Gradient Descent</a:t>
            </a:r>
            <a:endParaRPr lang="en-IN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0605DF6-71AE-495B-B24D-AB98EC664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780559"/>
              </p:ext>
            </p:extLst>
          </p:nvPr>
        </p:nvGraphicFramePr>
        <p:xfrm>
          <a:off x="79899" y="1056680"/>
          <a:ext cx="8247883" cy="5329867"/>
        </p:xfrm>
        <a:graphic>
          <a:graphicData uri="http://schemas.openxmlformats.org/drawingml/2006/table">
            <a:tbl>
              <a:tblPr/>
              <a:tblGrid>
                <a:gridCol w="2289597">
                  <a:extLst>
                    <a:ext uri="{9D8B030D-6E8A-4147-A177-3AD203B41FA5}">
                      <a16:colId xmlns:a16="http://schemas.microsoft.com/office/drawing/2014/main" val="1560670735"/>
                    </a:ext>
                  </a:extLst>
                </a:gridCol>
                <a:gridCol w="2979143">
                  <a:extLst>
                    <a:ext uri="{9D8B030D-6E8A-4147-A177-3AD203B41FA5}">
                      <a16:colId xmlns:a16="http://schemas.microsoft.com/office/drawing/2014/main" val="4024227171"/>
                    </a:ext>
                  </a:extLst>
                </a:gridCol>
                <a:gridCol w="2979143">
                  <a:extLst>
                    <a:ext uri="{9D8B030D-6E8A-4147-A177-3AD203B41FA5}">
                      <a16:colId xmlns:a16="http://schemas.microsoft.com/office/drawing/2014/main" val="938088131"/>
                    </a:ext>
                  </a:extLst>
                </a:gridCol>
              </a:tblGrid>
              <a:tr h="774313">
                <a:tc>
                  <a:txBody>
                    <a:bodyPr/>
                    <a:lstStyle/>
                    <a:p>
                      <a:r>
                        <a:rPr lang="en-IN" sz="2000" b="1" dirty="0"/>
                        <a:t>Application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Example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How Gradient Descent Helps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247581"/>
                  </a:ext>
                </a:extLst>
              </a:tr>
              <a:tr h="455086">
                <a:tc>
                  <a:txBody>
                    <a:bodyPr/>
                    <a:lstStyle/>
                    <a:p>
                      <a:r>
                        <a:rPr lang="en-IN" sz="1400" dirty="0"/>
                        <a:t>Linear Regression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House price prediction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Learns the best-fit line by reducing prediction error.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721238"/>
                  </a:ext>
                </a:extLst>
              </a:tr>
              <a:tr h="260002">
                <a:tc>
                  <a:txBody>
                    <a:bodyPr/>
                    <a:lstStyle/>
                    <a:p>
                      <a:r>
                        <a:rPr lang="en-IN" sz="1400" dirty="0"/>
                        <a:t>Logistic Regression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Spam email detection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Improves classification accuracy.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59339"/>
                  </a:ext>
                </a:extLst>
              </a:tr>
              <a:tr h="455086">
                <a:tc>
                  <a:txBody>
                    <a:bodyPr/>
                    <a:lstStyle/>
                    <a:p>
                      <a:r>
                        <a:rPr lang="en-IN" sz="1400" dirty="0"/>
                        <a:t>Neural Networks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Digit recognition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Updates weights and biases to recognize digits correctly.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423425"/>
                  </a:ext>
                </a:extLst>
              </a:tr>
              <a:tr h="455086">
                <a:tc>
                  <a:txBody>
                    <a:bodyPr/>
                    <a:lstStyle/>
                    <a:p>
                      <a:r>
                        <a:rPr lang="en-IN" sz="1400" dirty="0"/>
                        <a:t>Deep Learning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Face unlock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Learns facial features for accurate recognition.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57611"/>
                  </a:ext>
                </a:extLst>
              </a:tr>
              <a:tr h="454433">
                <a:tc>
                  <a:txBody>
                    <a:bodyPr/>
                    <a:lstStyle/>
                    <a:p>
                      <a:r>
                        <a:rPr lang="en-IN" sz="1400" dirty="0"/>
                        <a:t>Computer Vision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Traffic sign detection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Improves object and image recognition.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548056"/>
                  </a:ext>
                </a:extLst>
              </a:tr>
              <a:tr h="455086">
                <a:tc>
                  <a:txBody>
                    <a:bodyPr/>
                    <a:lstStyle/>
                    <a:p>
                      <a:r>
                        <a:rPr lang="en-IN" sz="1400" dirty="0"/>
                        <a:t>Recommendation Systems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Netflix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Learns user preferences for better recommendations.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365175"/>
                  </a:ext>
                </a:extLst>
              </a:tr>
              <a:tr h="455086">
                <a:tc>
                  <a:txBody>
                    <a:bodyPr/>
                    <a:lstStyle/>
                    <a:p>
                      <a:r>
                        <a:rPr lang="en-IN" sz="1400" dirty="0"/>
                        <a:t>Fraud Detection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Credit card fraud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Detects suspicious transactions more accurately.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623024"/>
                  </a:ext>
                </a:extLst>
              </a:tr>
              <a:tr h="454433">
                <a:tc>
                  <a:txBody>
                    <a:bodyPr/>
                    <a:lstStyle/>
                    <a:p>
                      <a:r>
                        <a:rPr lang="en-IN" sz="1400" dirty="0"/>
                        <a:t>Medical Diagnosis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Cancer detection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Improves disease prediction accuracy.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261155"/>
                  </a:ext>
                </a:extLst>
              </a:tr>
              <a:tr h="454433">
                <a:tc>
                  <a:txBody>
                    <a:bodyPr/>
                    <a:lstStyle/>
                    <a:p>
                      <a:r>
                        <a:rPr lang="en-IN" sz="1400" dirty="0"/>
                        <a:t>Speech Recognition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Siri/Alexa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Converts speech to text more accurately.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375897"/>
                  </a:ext>
                </a:extLst>
              </a:tr>
              <a:tr h="455086">
                <a:tc>
                  <a:txBody>
                    <a:bodyPr/>
                    <a:lstStyle/>
                    <a:p>
                      <a:r>
                        <a:rPr lang="en-IN" sz="1400" dirty="0"/>
                        <a:t>Self-Driving Cars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Pedestrian detection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Learns to identify road objects and people safely.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180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408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78592-7A80-4C8A-AB57-4669E856278C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C4B6D-C631-4996-9484-972AF287BFED}"/>
              </a:ext>
            </a:extLst>
          </p:cNvPr>
          <p:cNvSpPr txBox="1"/>
          <p:nvPr/>
        </p:nvSpPr>
        <p:spPr>
          <a:xfrm>
            <a:off x="0" y="281751"/>
            <a:ext cx="1677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Reference</a:t>
            </a:r>
            <a:endParaRPr lang="en-IN" sz="28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66408F-6F0A-42A9-88CE-21D979FFD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814906"/>
              </p:ext>
            </p:extLst>
          </p:nvPr>
        </p:nvGraphicFramePr>
        <p:xfrm>
          <a:off x="252274" y="1162162"/>
          <a:ext cx="5163105" cy="380163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44722">
                  <a:extLst>
                    <a:ext uri="{9D8B030D-6E8A-4147-A177-3AD203B41FA5}">
                      <a16:colId xmlns:a16="http://schemas.microsoft.com/office/drawing/2014/main" val="1249503809"/>
                    </a:ext>
                  </a:extLst>
                </a:gridCol>
                <a:gridCol w="2318383">
                  <a:extLst>
                    <a:ext uri="{9D8B030D-6E8A-4147-A177-3AD203B41FA5}">
                      <a16:colId xmlns:a16="http://schemas.microsoft.com/office/drawing/2014/main" val="3272609391"/>
                    </a:ext>
                  </a:extLst>
                </a:gridCol>
              </a:tblGrid>
              <a:tr h="1121147">
                <a:tc>
                  <a:txBody>
                    <a:bodyPr/>
                    <a:lstStyle/>
                    <a:p>
                      <a:r>
                        <a:rPr lang="en-IN" sz="1600" dirty="0"/>
                        <a:t>GeeksforGeeks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4"/>
                        </a:rPr>
                        <a:t>https://www.geeksforgeeks.org/machine-learning/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96303896"/>
                  </a:ext>
                </a:extLst>
              </a:tr>
              <a:tr h="1121147">
                <a:tc>
                  <a:txBody>
                    <a:bodyPr/>
                    <a:lstStyle/>
                    <a:p>
                      <a:r>
                        <a:rPr lang="en-IN" sz="1600"/>
                        <a:t>Wikipedia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5"/>
                        </a:rPr>
                        <a:t>https://en.wikipedia.org/wiki/Machine_learning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364071622"/>
                  </a:ext>
                </a:extLst>
              </a:tr>
              <a:tr h="779672">
                <a:tc>
                  <a:txBody>
                    <a:bodyPr/>
                    <a:lstStyle/>
                    <a:p>
                      <a:r>
                        <a:rPr lang="en-IN" sz="1600" dirty="0"/>
                        <a:t>Kaggle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6"/>
                        </a:rPr>
                        <a:t>https://www.kaggle.com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241431685"/>
                  </a:ext>
                </a:extLst>
              </a:tr>
              <a:tr h="779672">
                <a:tc>
                  <a:txBody>
                    <a:bodyPr/>
                    <a:lstStyle/>
                    <a:p>
                      <a:r>
                        <a:rPr lang="en-IN" sz="1600" dirty="0"/>
                        <a:t>          -learn documentation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7"/>
                        </a:rPr>
                        <a:t>https://scikit-learn.org</a:t>
                      </a:r>
                      <a:endParaRPr lang="en-IN" sz="1600" dirty="0"/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5430558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7D1E390-7535-49F2-AEFF-A2EF914CC25D}"/>
              </a:ext>
            </a:extLst>
          </p:cNvPr>
          <p:cNvSpPr/>
          <p:nvPr/>
        </p:nvSpPr>
        <p:spPr>
          <a:xfrm>
            <a:off x="261152" y="4405103"/>
            <a:ext cx="6206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/>
              <a:t>Scikit</a:t>
            </a:r>
          </a:p>
        </p:txBody>
      </p:sp>
    </p:spTree>
    <p:extLst>
      <p:ext uri="{BB962C8B-B14F-4D97-AF65-F5344CB8AC3E}">
        <p14:creationId xmlns:p14="http://schemas.microsoft.com/office/powerpoint/2010/main" val="3998715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</TotalTime>
  <Words>1230</Words>
  <Application>Microsoft Office PowerPoint</Application>
  <PresentationFormat>Widescreen</PresentationFormat>
  <Paragraphs>198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51</cp:revision>
  <dcterms:created xsi:type="dcterms:W3CDTF">2026-05-21T06:29:53Z</dcterms:created>
  <dcterms:modified xsi:type="dcterms:W3CDTF">2026-07-08T10:16:05Z</dcterms:modified>
</cp:coreProperties>
</file>